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2399288" cy="43200638"/>
  <p:notesSz cx="1507490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6189" userDrawn="1">
          <p15:clr>
            <a:srgbClr val="A4A3A4"/>
          </p15:clr>
        </p15:guide>
        <p15:guide id="2" pos="46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85"/>
    <p:restoredTop sz="94706"/>
  </p:normalViewPr>
  <p:slideViewPr>
    <p:cSldViewPr>
      <p:cViewPr varScale="1">
        <p:scale>
          <a:sx n="18" d="100"/>
          <a:sy n="18" d="100"/>
        </p:scale>
        <p:origin x="3240" y="60"/>
      </p:cViewPr>
      <p:guideLst>
        <p:guide orient="horz" pos="6189"/>
        <p:guide pos="464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30970" y="13392199"/>
            <a:ext cx="27550996" cy="16038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422" b="1" i="0">
                <a:solidFill>
                  <a:srgbClr val="FAF5E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861940" y="24192358"/>
            <a:ext cx="22689055" cy="4794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16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020398" y="40176597"/>
            <a:ext cx="10372139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620647" y="40176597"/>
            <a:ext cx="7454974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3337315" y="40176597"/>
            <a:ext cx="7454974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93297" y="5142550"/>
            <a:ext cx="26006775" cy="1603837"/>
          </a:xfrm>
          <a:prstGeom prst="rect">
            <a:avLst/>
          </a:prstGeom>
        </p:spPr>
        <p:txBody>
          <a:bodyPr lIns="0" tIns="0" rIns="0" bIns="0"/>
          <a:lstStyle>
            <a:lvl1pPr>
              <a:defRPr sz="10422" b="1" i="0">
                <a:solidFill>
                  <a:srgbClr val="FAF5E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271109" y="12665614"/>
            <a:ext cx="15967636" cy="479490"/>
          </a:xfrm>
          <a:prstGeom prst="rect">
            <a:avLst/>
          </a:prstGeom>
        </p:spPr>
        <p:txBody>
          <a:bodyPr lIns="0" tIns="0" rIns="0" bIns="0"/>
          <a:lstStyle>
            <a:lvl1pPr>
              <a:defRPr sz="3116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020398" y="40176597"/>
            <a:ext cx="10372139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620647" y="40176597"/>
            <a:ext cx="7454974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3337315" y="40176597"/>
            <a:ext cx="7454974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93297" y="5142550"/>
            <a:ext cx="26006775" cy="1603837"/>
          </a:xfrm>
          <a:prstGeom prst="rect">
            <a:avLst/>
          </a:prstGeom>
        </p:spPr>
        <p:txBody>
          <a:bodyPr lIns="0" tIns="0" rIns="0" bIns="0"/>
          <a:lstStyle>
            <a:lvl1pPr>
              <a:defRPr sz="10422" b="1" i="0">
                <a:solidFill>
                  <a:srgbClr val="FAF5E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620645" y="9936148"/>
            <a:ext cx="14099628" cy="2231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6692660" y="9936148"/>
            <a:ext cx="14099628" cy="2231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11020398" y="40176597"/>
            <a:ext cx="10372139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1620647" y="40176597"/>
            <a:ext cx="7454974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23337315" y="40176597"/>
            <a:ext cx="7454974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93297" y="5142550"/>
            <a:ext cx="26006775" cy="1603837"/>
          </a:xfrm>
          <a:prstGeom prst="rect">
            <a:avLst/>
          </a:prstGeom>
        </p:spPr>
        <p:txBody>
          <a:bodyPr lIns="0" tIns="0" rIns="0" bIns="0"/>
          <a:lstStyle>
            <a:lvl1pPr>
              <a:defRPr sz="10422" b="1" i="0">
                <a:solidFill>
                  <a:srgbClr val="FAF5E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11020398" y="40176597"/>
            <a:ext cx="10372139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1620647" y="40176597"/>
            <a:ext cx="7454974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23337315" y="40176597"/>
            <a:ext cx="7454974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11020398" y="40176597"/>
            <a:ext cx="10372139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1620647" y="40176597"/>
            <a:ext cx="7454974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23337315" y="40176597"/>
            <a:ext cx="7454974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" y="-49"/>
            <a:ext cx="32403382" cy="43202003"/>
          </a:xfrm>
          <a:custGeom>
            <a:avLst/>
            <a:gdLst/>
            <a:ahLst/>
            <a:cxnLst/>
            <a:rect l="l" t="t" r="r" b="b"/>
            <a:pathLst>
              <a:path w="15076805" h="20104735">
                <a:moveTo>
                  <a:pt x="15076759" y="0"/>
                </a:moveTo>
                <a:lnTo>
                  <a:pt x="0" y="0"/>
                </a:lnTo>
                <a:lnTo>
                  <a:pt x="0" y="20104123"/>
                </a:lnTo>
                <a:lnTo>
                  <a:pt x="15076759" y="20104123"/>
                </a:lnTo>
                <a:lnTo>
                  <a:pt x="15076759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/>
          <p:cNvSpPr/>
          <p:nvPr userDrawn="1"/>
        </p:nvSpPr>
        <p:spPr>
          <a:xfrm>
            <a:off x="2818" y="-52"/>
            <a:ext cx="32401843" cy="4517919"/>
          </a:xfrm>
          <a:custGeom>
            <a:avLst/>
            <a:gdLst/>
            <a:ahLst/>
            <a:cxnLst/>
            <a:rect l="l" t="t" r="r" b="b"/>
            <a:pathLst>
              <a:path w="15078710" h="2102485">
                <a:moveTo>
                  <a:pt x="15078095" y="0"/>
                </a:moveTo>
                <a:lnTo>
                  <a:pt x="0" y="0"/>
                </a:lnTo>
                <a:lnTo>
                  <a:pt x="0" y="1654944"/>
                </a:lnTo>
                <a:lnTo>
                  <a:pt x="2624" y="1703687"/>
                </a:lnTo>
                <a:lnTo>
                  <a:pt x="10317" y="1750909"/>
                </a:lnTo>
                <a:lnTo>
                  <a:pt x="22805" y="1796338"/>
                </a:lnTo>
                <a:lnTo>
                  <a:pt x="39815" y="1839701"/>
                </a:lnTo>
                <a:lnTo>
                  <a:pt x="61074" y="1880725"/>
                </a:lnTo>
                <a:lnTo>
                  <a:pt x="86310" y="1919138"/>
                </a:lnTo>
                <a:lnTo>
                  <a:pt x="115249" y="1954665"/>
                </a:lnTo>
                <a:lnTo>
                  <a:pt x="147619" y="1987035"/>
                </a:lnTo>
                <a:lnTo>
                  <a:pt x="183146" y="2015974"/>
                </a:lnTo>
                <a:lnTo>
                  <a:pt x="221558" y="2041209"/>
                </a:lnTo>
                <a:lnTo>
                  <a:pt x="262582" y="2062469"/>
                </a:lnTo>
                <a:lnTo>
                  <a:pt x="305945" y="2079479"/>
                </a:lnTo>
                <a:lnTo>
                  <a:pt x="351375" y="2091966"/>
                </a:lnTo>
                <a:lnTo>
                  <a:pt x="398597" y="2099659"/>
                </a:lnTo>
                <a:lnTo>
                  <a:pt x="447340" y="2102284"/>
                </a:lnTo>
                <a:lnTo>
                  <a:pt x="15078095" y="2102284"/>
                </a:lnTo>
                <a:lnTo>
                  <a:pt x="15078095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5"/>
          <p:cNvSpPr/>
          <p:nvPr userDrawn="1"/>
        </p:nvSpPr>
        <p:spPr>
          <a:xfrm>
            <a:off x="1604392" y="2090639"/>
            <a:ext cx="4034880" cy="1324947"/>
          </a:xfrm>
          <a:custGeom>
            <a:avLst/>
            <a:gdLst/>
            <a:ahLst/>
            <a:cxnLst/>
            <a:rect l="l" t="t" r="r" b="b"/>
            <a:pathLst>
              <a:path w="1877695" h="616585">
                <a:moveTo>
                  <a:pt x="1566314" y="0"/>
                </a:moveTo>
                <a:lnTo>
                  <a:pt x="1519117" y="3180"/>
                </a:lnTo>
                <a:lnTo>
                  <a:pt x="1474434" y="12469"/>
                </a:lnTo>
                <a:lnTo>
                  <a:pt x="1432683" y="27484"/>
                </a:lnTo>
                <a:lnTo>
                  <a:pt x="1394280" y="47844"/>
                </a:lnTo>
                <a:lnTo>
                  <a:pt x="1359644" y="73168"/>
                </a:lnTo>
                <a:lnTo>
                  <a:pt x="1329191" y="103076"/>
                </a:lnTo>
                <a:lnTo>
                  <a:pt x="1303339" y="137184"/>
                </a:lnTo>
                <a:lnTo>
                  <a:pt x="1282506" y="175114"/>
                </a:lnTo>
                <a:lnTo>
                  <a:pt x="1267108" y="216482"/>
                </a:lnTo>
                <a:lnTo>
                  <a:pt x="1257563" y="260908"/>
                </a:lnTo>
                <a:lnTo>
                  <a:pt x="1254289" y="308012"/>
                </a:lnTo>
                <a:lnTo>
                  <a:pt x="1257563" y="355343"/>
                </a:lnTo>
                <a:lnTo>
                  <a:pt x="1267108" y="399909"/>
                </a:lnTo>
                <a:lnTo>
                  <a:pt x="1282506" y="441345"/>
                </a:lnTo>
                <a:lnTo>
                  <a:pt x="1303339" y="479282"/>
                </a:lnTo>
                <a:lnTo>
                  <a:pt x="1329191" y="513353"/>
                </a:lnTo>
                <a:lnTo>
                  <a:pt x="1359644" y="543190"/>
                </a:lnTo>
                <a:lnTo>
                  <a:pt x="1394280" y="568426"/>
                </a:lnTo>
                <a:lnTo>
                  <a:pt x="1432683" y="588694"/>
                </a:lnTo>
                <a:lnTo>
                  <a:pt x="1474660" y="603706"/>
                </a:lnTo>
                <a:lnTo>
                  <a:pt x="1474824" y="603706"/>
                </a:lnTo>
                <a:lnTo>
                  <a:pt x="1519225" y="612877"/>
                </a:lnTo>
                <a:lnTo>
                  <a:pt x="1519452" y="612877"/>
                </a:lnTo>
                <a:lnTo>
                  <a:pt x="1566314" y="616012"/>
                </a:lnTo>
                <a:lnTo>
                  <a:pt x="1613490" y="612877"/>
                </a:lnTo>
                <a:lnTo>
                  <a:pt x="1658111" y="603706"/>
                </a:lnTo>
                <a:lnTo>
                  <a:pt x="1699768" y="588855"/>
                </a:lnTo>
                <a:lnTo>
                  <a:pt x="1738054" y="568677"/>
                </a:lnTo>
                <a:lnTo>
                  <a:pt x="1772559" y="543526"/>
                </a:lnTo>
                <a:lnTo>
                  <a:pt x="1802877" y="513756"/>
                </a:lnTo>
                <a:lnTo>
                  <a:pt x="1828597" y="479721"/>
                </a:lnTo>
                <a:lnTo>
                  <a:pt x="1833317" y="471075"/>
                </a:lnTo>
                <a:lnTo>
                  <a:pt x="1566314" y="471075"/>
                </a:lnTo>
                <a:lnTo>
                  <a:pt x="1523157" y="465636"/>
                </a:lnTo>
                <a:lnTo>
                  <a:pt x="1485087" y="450048"/>
                </a:lnTo>
                <a:lnTo>
                  <a:pt x="1453335" y="425399"/>
                </a:lnTo>
                <a:lnTo>
                  <a:pt x="1429131" y="392783"/>
                </a:lnTo>
                <a:lnTo>
                  <a:pt x="1413707" y="353290"/>
                </a:lnTo>
                <a:lnTo>
                  <a:pt x="1408292" y="308012"/>
                </a:lnTo>
                <a:lnTo>
                  <a:pt x="1413707" y="262229"/>
                </a:lnTo>
                <a:lnTo>
                  <a:pt x="1429131" y="222263"/>
                </a:lnTo>
                <a:lnTo>
                  <a:pt x="1453335" y="189233"/>
                </a:lnTo>
                <a:lnTo>
                  <a:pt x="1485087" y="164256"/>
                </a:lnTo>
                <a:lnTo>
                  <a:pt x="1523157" y="148450"/>
                </a:lnTo>
                <a:lnTo>
                  <a:pt x="1566314" y="142933"/>
                </a:lnTo>
                <a:lnTo>
                  <a:pt x="1831736" y="142933"/>
                </a:lnTo>
                <a:lnTo>
                  <a:pt x="1828597" y="137184"/>
                </a:lnTo>
                <a:lnTo>
                  <a:pt x="1802877" y="103076"/>
                </a:lnTo>
                <a:lnTo>
                  <a:pt x="1772559" y="73168"/>
                </a:lnTo>
                <a:lnTo>
                  <a:pt x="1738054" y="47844"/>
                </a:lnTo>
                <a:lnTo>
                  <a:pt x="1699768" y="27484"/>
                </a:lnTo>
                <a:lnTo>
                  <a:pt x="1658111" y="12469"/>
                </a:lnTo>
                <a:lnTo>
                  <a:pt x="1613490" y="3180"/>
                </a:lnTo>
                <a:lnTo>
                  <a:pt x="1566314" y="0"/>
                </a:lnTo>
                <a:close/>
              </a:path>
              <a:path w="1877695" h="616585">
                <a:moveTo>
                  <a:pt x="1831736" y="142933"/>
                </a:moveTo>
                <a:lnTo>
                  <a:pt x="1566314" y="142933"/>
                </a:lnTo>
                <a:lnTo>
                  <a:pt x="1609238" y="148450"/>
                </a:lnTo>
                <a:lnTo>
                  <a:pt x="1608867" y="148450"/>
                </a:lnTo>
                <a:lnTo>
                  <a:pt x="1646393" y="164035"/>
                </a:lnTo>
                <a:lnTo>
                  <a:pt x="1678045" y="188861"/>
                </a:lnTo>
                <a:lnTo>
                  <a:pt x="1702316" y="221822"/>
                </a:lnTo>
                <a:lnTo>
                  <a:pt x="1717862" y="261884"/>
                </a:lnTo>
                <a:lnTo>
                  <a:pt x="1723343" y="308012"/>
                </a:lnTo>
                <a:lnTo>
                  <a:pt x="1717933" y="353290"/>
                </a:lnTo>
                <a:lnTo>
                  <a:pt x="1702540" y="392783"/>
                </a:lnTo>
                <a:lnTo>
                  <a:pt x="1678424" y="425399"/>
                </a:lnTo>
                <a:lnTo>
                  <a:pt x="1646842" y="450048"/>
                </a:lnTo>
                <a:lnTo>
                  <a:pt x="1609052" y="465636"/>
                </a:lnTo>
                <a:lnTo>
                  <a:pt x="1566314" y="471075"/>
                </a:lnTo>
                <a:lnTo>
                  <a:pt x="1833317" y="471075"/>
                </a:lnTo>
                <a:lnTo>
                  <a:pt x="1849312" y="441775"/>
                </a:lnTo>
                <a:lnTo>
                  <a:pt x="1864615" y="400272"/>
                </a:lnTo>
                <a:lnTo>
                  <a:pt x="1874095" y="355566"/>
                </a:lnTo>
                <a:lnTo>
                  <a:pt x="1877346" y="308012"/>
                </a:lnTo>
                <a:lnTo>
                  <a:pt x="1874186" y="262229"/>
                </a:lnTo>
                <a:lnTo>
                  <a:pt x="1874095" y="260908"/>
                </a:lnTo>
                <a:lnTo>
                  <a:pt x="1864615" y="216482"/>
                </a:lnTo>
                <a:lnTo>
                  <a:pt x="1849312" y="175114"/>
                </a:lnTo>
                <a:lnTo>
                  <a:pt x="1831736" y="142933"/>
                </a:lnTo>
                <a:close/>
              </a:path>
              <a:path w="1877695" h="616585">
                <a:moveTo>
                  <a:pt x="875749" y="0"/>
                </a:moveTo>
                <a:lnTo>
                  <a:pt x="826260" y="3841"/>
                </a:lnTo>
                <a:lnTo>
                  <a:pt x="779621" y="15026"/>
                </a:lnTo>
                <a:lnTo>
                  <a:pt x="736388" y="33048"/>
                </a:lnTo>
                <a:lnTo>
                  <a:pt x="697117" y="57400"/>
                </a:lnTo>
                <a:lnTo>
                  <a:pt x="662362" y="87573"/>
                </a:lnTo>
                <a:lnTo>
                  <a:pt x="632681" y="123061"/>
                </a:lnTo>
                <a:lnTo>
                  <a:pt x="608734" y="163179"/>
                </a:lnTo>
                <a:lnTo>
                  <a:pt x="590760" y="207951"/>
                </a:lnTo>
                <a:lnTo>
                  <a:pt x="579632" y="256339"/>
                </a:lnTo>
                <a:lnTo>
                  <a:pt x="575799" y="308012"/>
                </a:lnTo>
                <a:lnTo>
                  <a:pt x="579632" y="359930"/>
                </a:lnTo>
                <a:lnTo>
                  <a:pt x="590760" y="408459"/>
                </a:lnTo>
                <a:lnTo>
                  <a:pt x="608629" y="453110"/>
                </a:lnTo>
                <a:lnTo>
                  <a:pt x="632681" y="493395"/>
                </a:lnTo>
                <a:lnTo>
                  <a:pt x="662362" y="528823"/>
                </a:lnTo>
                <a:lnTo>
                  <a:pt x="697117" y="558907"/>
                </a:lnTo>
                <a:lnTo>
                  <a:pt x="736388" y="583157"/>
                </a:lnTo>
                <a:lnTo>
                  <a:pt x="779621" y="601084"/>
                </a:lnTo>
                <a:lnTo>
                  <a:pt x="826260" y="612199"/>
                </a:lnTo>
                <a:lnTo>
                  <a:pt x="875749" y="616012"/>
                </a:lnTo>
                <a:lnTo>
                  <a:pt x="928830" y="611262"/>
                </a:lnTo>
                <a:lnTo>
                  <a:pt x="975024" y="597643"/>
                </a:lnTo>
                <a:lnTo>
                  <a:pt x="1014613" y="576098"/>
                </a:lnTo>
                <a:lnTo>
                  <a:pt x="1047879" y="547572"/>
                </a:lnTo>
                <a:lnTo>
                  <a:pt x="1195836" y="547572"/>
                </a:lnTo>
                <a:lnTo>
                  <a:pt x="1195836" y="469060"/>
                </a:lnTo>
                <a:lnTo>
                  <a:pt x="891855" y="469060"/>
                </a:lnTo>
                <a:lnTo>
                  <a:pt x="848970" y="463547"/>
                </a:lnTo>
                <a:lnTo>
                  <a:pt x="810812" y="447774"/>
                </a:lnTo>
                <a:lnTo>
                  <a:pt x="778748" y="422886"/>
                </a:lnTo>
                <a:lnTo>
                  <a:pt x="754150" y="390029"/>
                </a:lnTo>
                <a:lnTo>
                  <a:pt x="738387" y="350349"/>
                </a:lnTo>
                <a:lnTo>
                  <a:pt x="732828" y="304992"/>
                </a:lnTo>
                <a:lnTo>
                  <a:pt x="738387" y="260062"/>
                </a:lnTo>
                <a:lnTo>
                  <a:pt x="754150" y="220666"/>
                </a:lnTo>
                <a:lnTo>
                  <a:pt x="778748" y="187981"/>
                </a:lnTo>
                <a:lnTo>
                  <a:pt x="810812" y="163179"/>
                </a:lnTo>
                <a:lnTo>
                  <a:pt x="848970" y="147437"/>
                </a:lnTo>
                <a:lnTo>
                  <a:pt x="891855" y="141928"/>
                </a:lnTo>
                <a:lnTo>
                  <a:pt x="1195836" y="141928"/>
                </a:lnTo>
                <a:lnTo>
                  <a:pt x="1195836" y="68452"/>
                </a:lnTo>
                <a:lnTo>
                  <a:pt x="1047879" y="68452"/>
                </a:lnTo>
                <a:lnTo>
                  <a:pt x="1011922" y="38644"/>
                </a:lnTo>
                <a:lnTo>
                  <a:pt x="970873" y="17237"/>
                </a:lnTo>
                <a:lnTo>
                  <a:pt x="925294" y="4325"/>
                </a:lnTo>
                <a:lnTo>
                  <a:pt x="875749" y="0"/>
                </a:lnTo>
                <a:close/>
              </a:path>
              <a:path w="1877695" h="616585">
                <a:moveTo>
                  <a:pt x="1195836" y="547572"/>
                </a:moveTo>
                <a:lnTo>
                  <a:pt x="1047879" y="547572"/>
                </a:lnTo>
                <a:lnTo>
                  <a:pt x="1047879" y="603943"/>
                </a:lnTo>
                <a:lnTo>
                  <a:pt x="1195836" y="603943"/>
                </a:lnTo>
                <a:lnTo>
                  <a:pt x="1195836" y="547572"/>
                </a:lnTo>
                <a:close/>
              </a:path>
              <a:path w="1877695" h="616585">
                <a:moveTo>
                  <a:pt x="1195836" y="141928"/>
                </a:moveTo>
                <a:lnTo>
                  <a:pt x="891855" y="141928"/>
                </a:lnTo>
                <a:lnTo>
                  <a:pt x="935516" y="147437"/>
                </a:lnTo>
                <a:lnTo>
                  <a:pt x="974060" y="163179"/>
                </a:lnTo>
                <a:lnTo>
                  <a:pt x="1006228" y="187981"/>
                </a:lnTo>
                <a:lnTo>
                  <a:pt x="1030762" y="220666"/>
                </a:lnTo>
                <a:lnTo>
                  <a:pt x="1046405" y="260062"/>
                </a:lnTo>
                <a:lnTo>
                  <a:pt x="1051898" y="304992"/>
                </a:lnTo>
                <a:lnTo>
                  <a:pt x="1046405" y="350349"/>
                </a:lnTo>
                <a:lnTo>
                  <a:pt x="1030762" y="390029"/>
                </a:lnTo>
                <a:lnTo>
                  <a:pt x="1006228" y="422886"/>
                </a:lnTo>
                <a:lnTo>
                  <a:pt x="974060" y="447774"/>
                </a:lnTo>
                <a:lnTo>
                  <a:pt x="935516" y="463547"/>
                </a:lnTo>
                <a:lnTo>
                  <a:pt x="891855" y="469060"/>
                </a:lnTo>
                <a:lnTo>
                  <a:pt x="1195836" y="469060"/>
                </a:lnTo>
                <a:lnTo>
                  <a:pt x="1195836" y="141928"/>
                </a:lnTo>
                <a:close/>
              </a:path>
              <a:path w="1877695" h="616585">
                <a:moveTo>
                  <a:pt x="1195836" y="12080"/>
                </a:moveTo>
                <a:lnTo>
                  <a:pt x="1047879" y="12080"/>
                </a:lnTo>
                <a:lnTo>
                  <a:pt x="1047879" y="68452"/>
                </a:lnTo>
                <a:lnTo>
                  <a:pt x="1195836" y="68452"/>
                </a:lnTo>
                <a:lnTo>
                  <a:pt x="1195836" y="12080"/>
                </a:lnTo>
                <a:close/>
              </a:path>
              <a:path w="1877695" h="616585">
                <a:moveTo>
                  <a:pt x="156024" y="12080"/>
                </a:moveTo>
                <a:lnTo>
                  <a:pt x="0" y="12080"/>
                </a:lnTo>
                <a:lnTo>
                  <a:pt x="0" y="390542"/>
                </a:lnTo>
                <a:lnTo>
                  <a:pt x="4189" y="439822"/>
                </a:lnTo>
                <a:lnTo>
                  <a:pt x="16341" y="483948"/>
                </a:lnTo>
                <a:lnTo>
                  <a:pt x="35830" y="522482"/>
                </a:lnTo>
                <a:lnTo>
                  <a:pt x="62030" y="554989"/>
                </a:lnTo>
                <a:lnTo>
                  <a:pt x="94317" y="581032"/>
                </a:lnTo>
                <a:lnTo>
                  <a:pt x="132064" y="600174"/>
                </a:lnTo>
                <a:lnTo>
                  <a:pt x="174646" y="611980"/>
                </a:lnTo>
                <a:lnTo>
                  <a:pt x="221439" y="616012"/>
                </a:lnTo>
                <a:lnTo>
                  <a:pt x="263891" y="612255"/>
                </a:lnTo>
                <a:lnTo>
                  <a:pt x="302850" y="601044"/>
                </a:lnTo>
                <a:lnTo>
                  <a:pt x="337089" y="582471"/>
                </a:lnTo>
                <a:lnTo>
                  <a:pt x="365382" y="556626"/>
                </a:lnTo>
                <a:lnTo>
                  <a:pt x="515355" y="556626"/>
                </a:lnTo>
                <a:lnTo>
                  <a:pt x="515355" y="470065"/>
                </a:lnTo>
                <a:lnTo>
                  <a:pt x="254660" y="470065"/>
                </a:lnTo>
                <a:lnTo>
                  <a:pt x="213768" y="462879"/>
                </a:lnTo>
                <a:lnTo>
                  <a:pt x="182693" y="442011"/>
                </a:lnTo>
                <a:lnTo>
                  <a:pt x="162943" y="408496"/>
                </a:lnTo>
                <a:lnTo>
                  <a:pt x="156024" y="363367"/>
                </a:lnTo>
                <a:lnTo>
                  <a:pt x="156024" y="12080"/>
                </a:lnTo>
                <a:close/>
              </a:path>
              <a:path w="1877695" h="616585">
                <a:moveTo>
                  <a:pt x="515355" y="556626"/>
                </a:moveTo>
                <a:lnTo>
                  <a:pt x="365382" y="556626"/>
                </a:lnTo>
                <a:lnTo>
                  <a:pt x="365382" y="603943"/>
                </a:lnTo>
                <a:lnTo>
                  <a:pt x="515355" y="603943"/>
                </a:lnTo>
                <a:lnTo>
                  <a:pt x="515355" y="556626"/>
                </a:lnTo>
                <a:close/>
              </a:path>
              <a:path w="1877695" h="616585">
                <a:moveTo>
                  <a:pt x="515355" y="12080"/>
                </a:moveTo>
                <a:lnTo>
                  <a:pt x="358337" y="12080"/>
                </a:lnTo>
                <a:lnTo>
                  <a:pt x="358337" y="363367"/>
                </a:lnTo>
                <a:lnTo>
                  <a:pt x="350914" y="408067"/>
                </a:lnTo>
                <a:lnTo>
                  <a:pt x="329901" y="441630"/>
                </a:lnTo>
                <a:lnTo>
                  <a:pt x="297187" y="462736"/>
                </a:lnTo>
                <a:lnTo>
                  <a:pt x="254660" y="470065"/>
                </a:lnTo>
                <a:lnTo>
                  <a:pt x="515355" y="470065"/>
                </a:lnTo>
                <a:lnTo>
                  <a:pt x="515355" y="1208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r>
              <a:rPr lang="es-ES" dirty="0" smtClean="0"/>
              <a:t>&gt;</a:t>
            </a:r>
            <a:endParaRPr dirty="0"/>
          </a:p>
        </p:txBody>
      </p:sp>
      <p:pic>
        <p:nvPicPr>
          <p:cNvPr id="10" name="object 6"/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6138054" y="2084246"/>
            <a:ext cx="2910139" cy="1283794"/>
          </a:xfrm>
          <a:prstGeom prst="rect">
            <a:avLst/>
          </a:prstGeom>
        </p:spPr>
      </p:pic>
      <p:sp>
        <p:nvSpPr>
          <p:cNvPr id="11" name="object 21"/>
          <p:cNvSpPr/>
          <p:nvPr userDrawn="1"/>
        </p:nvSpPr>
        <p:spPr>
          <a:xfrm>
            <a:off x="2809" y="9066728"/>
            <a:ext cx="30788983" cy="34134780"/>
          </a:xfrm>
          <a:custGeom>
            <a:avLst/>
            <a:gdLst/>
            <a:ahLst/>
            <a:cxnLst/>
            <a:rect l="l" t="t" r="r" b="b"/>
            <a:pathLst>
              <a:path w="14328140" h="15885160">
                <a:moveTo>
                  <a:pt x="13015829" y="0"/>
                </a:moveTo>
                <a:lnTo>
                  <a:pt x="0" y="0"/>
                </a:lnTo>
                <a:lnTo>
                  <a:pt x="0" y="15884754"/>
                </a:lnTo>
                <a:lnTo>
                  <a:pt x="14327660" y="15884754"/>
                </a:lnTo>
                <a:lnTo>
                  <a:pt x="14327660" y="1311831"/>
                </a:lnTo>
                <a:lnTo>
                  <a:pt x="14326795" y="1263738"/>
                </a:lnTo>
                <a:lnTo>
                  <a:pt x="14324219" y="1216082"/>
                </a:lnTo>
                <a:lnTo>
                  <a:pt x="14319962" y="1168892"/>
                </a:lnTo>
                <a:lnTo>
                  <a:pt x="14314054" y="1122197"/>
                </a:lnTo>
                <a:lnTo>
                  <a:pt x="14306524" y="1076027"/>
                </a:lnTo>
                <a:lnTo>
                  <a:pt x="14297403" y="1030411"/>
                </a:lnTo>
                <a:lnTo>
                  <a:pt x="14286718" y="985380"/>
                </a:lnTo>
                <a:lnTo>
                  <a:pt x="14274502" y="940963"/>
                </a:lnTo>
                <a:lnTo>
                  <a:pt x="14260782" y="897190"/>
                </a:lnTo>
                <a:lnTo>
                  <a:pt x="14245588" y="854089"/>
                </a:lnTo>
                <a:lnTo>
                  <a:pt x="14228951" y="811692"/>
                </a:lnTo>
                <a:lnTo>
                  <a:pt x="14210899" y="770027"/>
                </a:lnTo>
                <a:lnTo>
                  <a:pt x="14191463" y="729124"/>
                </a:lnTo>
                <a:lnTo>
                  <a:pt x="14170672" y="689013"/>
                </a:lnTo>
                <a:lnTo>
                  <a:pt x="14148556" y="649723"/>
                </a:lnTo>
                <a:lnTo>
                  <a:pt x="14125144" y="611285"/>
                </a:lnTo>
                <a:lnTo>
                  <a:pt x="14100466" y="573727"/>
                </a:lnTo>
                <a:lnTo>
                  <a:pt x="14074552" y="537079"/>
                </a:lnTo>
                <a:lnTo>
                  <a:pt x="14047431" y="501372"/>
                </a:lnTo>
                <a:lnTo>
                  <a:pt x="14019132" y="466634"/>
                </a:lnTo>
                <a:lnTo>
                  <a:pt x="13989687" y="432895"/>
                </a:lnTo>
                <a:lnTo>
                  <a:pt x="13959124" y="400185"/>
                </a:lnTo>
                <a:lnTo>
                  <a:pt x="13927472" y="368534"/>
                </a:lnTo>
                <a:lnTo>
                  <a:pt x="13894762" y="337970"/>
                </a:lnTo>
                <a:lnTo>
                  <a:pt x="13861023" y="308525"/>
                </a:lnTo>
                <a:lnTo>
                  <a:pt x="13826285" y="280227"/>
                </a:lnTo>
                <a:lnTo>
                  <a:pt x="13790578" y="253106"/>
                </a:lnTo>
                <a:lnTo>
                  <a:pt x="13753930" y="227192"/>
                </a:lnTo>
                <a:lnTo>
                  <a:pt x="13716372" y="202514"/>
                </a:lnTo>
                <a:lnTo>
                  <a:pt x="13677933" y="179102"/>
                </a:lnTo>
                <a:lnTo>
                  <a:pt x="13638644" y="156986"/>
                </a:lnTo>
                <a:lnTo>
                  <a:pt x="13598533" y="136195"/>
                </a:lnTo>
                <a:lnTo>
                  <a:pt x="13557630" y="116759"/>
                </a:lnTo>
                <a:lnTo>
                  <a:pt x="13515965" y="98708"/>
                </a:lnTo>
                <a:lnTo>
                  <a:pt x="13473568" y="82071"/>
                </a:lnTo>
                <a:lnTo>
                  <a:pt x="13430467" y="66877"/>
                </a:lnTo>
                <a:lnTo>
                  <a:pt x="13386694" y="53157"/>
                </a:lnTo>
                <a:lnTo>
                  <a:pt x="13342277" y="40941"/>
                </a:lnTo>
                <a:lnTo>
                  <a:pt x="13297246" y="30256"/>
                </a:lnTo>
                <a:lnTo>
                  <a:pt x="13251631" y="21135"/>
                </a:lnTo>
                <a:lnTo>
                  <a:pt x="13205461" y="13605"/>
                </a:lnTo>
                <a:lnTo>
                  <a:pt x="13158766" y="7697"/>
                </a:lnTo>
                <a:lnTo>
                  <a:pt x="13111576" y="3440"/>
                </a:lnTo>
                <a:lnTo>
                  <a:pt x="13063920" y="865"/>
                </a:lnTo>
                <a:lnTo>
                  <a:pt x="13015829" y="0"/>
                </a:lnTo>
                <a:close/>
              </a:path>
            </a:pathLst>
          </a:custGeom>
          <a:solidFill>
            <a:srgbClr val="FAF5E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xmlns="" id="{CA4D19D8-CC30-7B4B-3BE7-AF3BC3773A4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0143" y="1796013"/>
            <a:ext cx="5563151" cy="206445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982431">
        <a:defRPr>
          <a:latin typeface="+mn-lt"/>
          <a:ea typeface="+mn-ea"/>
          <a:cs typeface="+mn-cs"/>
        </a:defRPr>
      </a:lvl2pPr>
      <a:lvl3pPr marL="1964863">
        <a:defRPr>
          <a:latin typeface="+mn-lt"/>
          <a:ea typeface="+mn-ea"/>
          <a:cs typeface="+mn-cs"/>
        </a:defRPr>
      </a:lvl3pPr>
      <a:lvl4pPr marL="2947294">
        <a:defRPr>
          <a:latin typeface="+mn-lt"/>
          <a:ea typeface="+mn-ea"/>
          <a:cs typeface="+mn-cs"/>
        </a:defRPr>
      </a:lvl4pPr>
      <a:lvl5pPr marL="3929725">
        <a:defRPr>
          <a:latin typeface="+mn-lt"/>
          <a:ea typeface="+mn-ea"/>
          <a:cs typeface="+mn-cs"/>
        </a:defRPr>
      </a:lvl5pPr>
      <a:lvl6pPr marL="4912157">
        <a:defRPr>
          <a:latin typeface="+mn-lt"/>
          <a:ea typeface="+mn-ea"/>
          <a:cs typeface="+mn-cs"/>
        </a:defRPr>
      </a:lvl6pPr>
      <a:lvl7pPr marL="5894588">
        <a:defRPr>
          <a:latin typeface="+mn-lt"/>
          <a:ea typeface="+mn-ea"/>
          <a:cs typeface="+mn-cs"/>
        </a:defRPr>
      </a:lvl7pPr>
      <a:lvl8pPr marL="6877020">
        <a:defRPr>
          <a:latin typeface="+mn-lt"/>
          <a:ea typeface="+mn-ea"/>
          <a:cs typeface="+mn-cs"/>
        </a:defRPr>
      </a:lvl8pPr>
      <a:lvl9pPr marL="7859451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982431">
        <a:defRPr>
          <a:latin typeface="+mn-lt"/>
          <a:ea typeface="+mn-ea"/>
          <a:cs typeface="+mn-cs"/>
        </a:defRPr>
      </a:lvl2pPr>
      <a:lvl3pPr marL="1964863">
        <a:defRPr>
          <a:latin typeface="+mn-lt"/>
          <a:ea typeface="+mn-ea"/>
          <a:cs typeface="+mn-cs"/>
        </a:defRPr>
      </a:lvl3pPr>
      <a:lvl4pPr marL="2947294">
        <a:defRPr>
          <a:latin typeface="+mn-lt"/>
          <a:ea typeface="+mn-ea"/>
          <a:cs typeface="+mn-cs"/>
        </a:defRPr>
      </a:lvl4pPr>
      <a:lvl5pPr marL="3929725">
        <a:defRPr>
          <a:latin typeface="+mn-lt"/>
          <a:ea typeface="+mn-ea"/>
          <a:cs typeface="+mn-cs"/>
        </a:defRPr>
      </a:lvl5pPr>
      <a:lvl6pPr marL="4912157">
        <a:defRPr>
          <a:latin typeface="+mn-lt"/>
          <a:ea typeface="+mn-ea"/>
          <a:cs typeface="+mn-cs"/>
        </a:defRPr>
      </a:lvl6pPr>
      <a:lvl7pPr marL="5894588">
        <a:defRPr>
          <a:latin typeface="+mn-lt"/>
          <a:ea typeface="+mn-ea"/>
          <a:cs typeface="+mn-cs"/>
        </a:defRPr>
      </a:lvl7pPr>
      <a:lvl8pPr marL="6877020">
        <a:defRPr>
          <a:latin typeface="+mn-lt"/>
          <a:ea typeface="+mn-ea"/>
          <a:cs typeface="+mn-cs"/>
        </a:defRPr>
      </a:lvl8pPr>
      <a:lvl9pPr marL="785945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4604" y="5196783"/>
            <a:ext cx="27825240" cy="3237932"/>
          </a:xfrm>
          <a:prstGeom prst="rect">
            <a:avLst/>
          </a:prstGeom>
        </p:spPr>
        <p:txBody>
          <a:bodyPr vert="horz" wrap="square" lIns="0" tIns="30019" rIns="0" bIns="0" rtlCol="0">
            <a:spAutoFit/>
          </a:bodyPr>
          <a:lstStyle/>
          <a:p>
            <a:pPr marL="27290">
              <a:spcBef>
                <a:spcPts val="236"/>
              </a:spcBef>
            </a:pPr>
            <a:r>
              <a:rPr dirty="0"/>
              <a:t>Título </a:t>
            </a:r>
            <a:r>
              <a:rPr spc="-21" dirty="0"/>
              <a:t>corto</a:t>
            </a:r>
          </a:p>
          <a:p>
            <a:pPr marL="27290">
              <a:spcBef>
                <a:spcPts val="21"/>
              </a:spcBef>
            </a:pPr>
            <a:r>
              <a:rPr b="0" dirty="0">
                <a:latin typeface="Arial"/>
                <a:cs typeface="Arial"/>
              </a:rPr>
              <a:t>se</a:t>
            </a:r>
            <a:r>
              <a:rPr b="0" spc="-21" dirty="0"/>
              <a:t> </a:t>
            </a:r>
            <a:r>
              <a:rPr b="0" dirty="0">
                <a:latin typeface="Arial"/>
                <a:cs typeface="Arial"/>
              </a:rPr>
              <a:t>pueden</a:t>
            </a:r>
            <a:r>
              <a:rPr b="0" spc="-11" dirty="0"/>
              <a:t> </a:t>
            </a:r>
            <a:r>
              <a:rPr b="0" dirty="0">
                <a:latin typeface="Arial"/>
                <a:cs typeface="Arial"/>
              </a:rPr>
              <a:t>combinar</a:t>
            </a:r>
            <a:r>
              <a:rPr b="0" spc="-11" dirty="0"/>
              <a:t> </a:t>
            </a:r>
            <a:r>
              <a:rPr b="0" dirty="0">
                <a:latin typeface="Arial"/>
                <a:cs typeface="Arial"/>
              </a:rPr>
              <a:t>estilos</a:t>
            </a:r>
            <a:r>
              <a:rPr b="0" spc="-21" dirty="0"/>
              <a:t> </a:t>
            </a:r>
            <a:r>
              <a:rPr dirty="0"/>
              <a:t>de</a:t>
            </a:r>
            <a:r>
              <a:rPr spc="-11" dirty="0"/>
              <a:t> </a:t>
            </a:r>
            <a:r>
              <a:rPr dirty="0"/>
              <a:t>la</a:t>
            </a:r>
            <a:r>
              <a:rPr spc="-11" dirty="0"/>
              <a:t> </a:t>
            </a:r>
            <a:r>
              <a:rPr spc="-21" dirty="0"/>
              <a:t>tipografía</a:t>
            </a:r>
          </a:p>
        </p:txBody>
      </p:sp>
      <p:sp>
        <p:nvSpPr>
          <p:cNvPr id="22" name="object 22"/>
          <p:cNvSpPr/>
          <p:nvPr/>
        </p:nvSpPr>
        <p:spPr>
          <a:xfrm>
            <a:off x="2816" y="9813719"/>
            <a:ext cx="1432744" cy="1289469"/>
          </a:xfrm>
          <a:custGeom>
            <a:avLst/>
            <a:gdLst/>
            <a:ahLst/>
            <a:cxnLst/>
            <a:rect l="l" t="t" r="r" b="b"/>
            <a:pathLst>
              <a:path w="666750" h="600075">
                <a:moveTo>
                  <a:pt x="666330" y="514083"/>
                </a:moveTo>
                <a:lnTo>
                  <a:pt x="0" y="514083"/>
                </a:lnTo>
                <a:lnTo>
                  <a:pt x="0" y="599719"/>
                </a:lnTo>
                <a:lnTo>
                  <a:pt x="666330" y="599719"/>
                </a:lnTo>
                <a:lnTo>
                  <a:pt x="666330" y="514083"/>
                </a:lnTo>
                <a:close/>
              </a:path>
              <a:path w="666750" h="600075">
                <a:moveTo>
                  <a:pt x="666330" y="250786"/>
                </a:moveTo>
                <a:lnTo>
                  <a:pt x="0" y="250786"/>
                </a:lnTo>
                <a:lnTo>
                  <a:pt x="0" y="336410"/>
                </a:lnTo>
                <a:lnTo>
                  <a:pt x="666330" y="336410"/>
                </a:lnTo>
                <a:lnTo>
                  <a:pt x="666330" y="250786"/>
                </a:lnTo>
                <a:close/>
              </a:path>
              <a:path w="666750" h="600075">
                <a:moveTo>
                  <a:pt x="666330" y="0"/>
                </a:moveTo>
                <a:lnTo>
                  <a:pt x="0" y="0"/>
                </a:lnTo>
                <a:lnTo>
                  <a:pt x="0" y="85636"/>
                </a:lnTo>
                <a:lnTo>
                  <a:pt x="666330" y="85636"/>
                </a:lnTo>
                <a:lnTo>
                  <a:pt x="666330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3737716" y="11884041"/>
            <a:ext cx="0" cy="27939869"/>
          </a:xfrm>
          <a:custGeom>
            <a:avLst/>
            <a:gdLst/>
            <a:ahLst/>
            <a:cxnLst/>
            <a:rect l="l" t="t" r="r" b="b"/>
            <a:pathLst>
              <a:path h="13002260">
                <a:moveTo>
                  <a:pt x="0" y="13001679"/>
                </a:moveTo>
                <a:lnTo>
                  <a:pt x="0" y="0"/>
                </a:lnTo>
              </a:path>
            </a:pathLst>
          </a:custGeom>
          <a:ln w="19050">
            <a:solidFill>
              <a:srgbClr val="8913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574045" y="9530153"/>
            <a:ext cx="15434060" cy="1780372"/>
          </a:xfrm>
          <a:prstGeom prst="rect">
            <a:avLst/>
          </a:prstGeom>
        </p:spPr>
        <p:txBody>
          <a:bodyPr vert="horz" wrap="square" lIns="0" tIns="31382" rIns="0" bIns="0" rtlCol="0">
            <a:spAutoFit/>
          </a:bodyPr>
          <a:lstStyle/>
          <a:p>
            <a:pPr marL="47757">
              <a:spcBef>
                <a:spcPts val="245"/>
              </a:spcBef>
            </a:pPr>
            <a:r>
              <a:rPr sz="3760" b="1" dirty="0">
                <a:solidFill>
                  <a:srgbClr val="891328"/>
                </a:solidFill>
                <a:latin typeface="Arial"/>
                <a:cs typeface="Arial"/>
              </a:rPr>
              <a:t>Nombres</a:t>
            </a:r>
            <a:r>
              <a:rPr sz="3760" b="1" spc="11" dirty="0">
                <a:solidFill>
                  <a:srgbClr val="891328"/>
                </a:solidFill>
                <a:latin typeface="Arial"/>
                <a:cs typeface="Arial"/>
              </a:rPr>
              <a:t> </a:t>
            </a:r>
            <a:r>
              <a:rPr sz="3760" b="1" dirty="0">
                <a:solidFill>
                  <a:srgbClr val="891328"/>
                </a:solidFill>
                <a:latin typeface="Arial"/>
                <a:cs typeface="Arial"/>
              </a:rPr>
              <a:t>de</a:t>
            </a:r>
            <a:r>
              <a:rPr sz="3760" b="1" spc="11" dirty="0">
                <a:solidFill>
                  <a:srgbClr val="891328"/>
                </a:solidFill>
                <a:latin typeface="Arial"/>
                <a:cs typeface="Arial"/>
              </a:rPr>
              <a:t> </a:t>
            </a:r>
            <a:r>
              <a:rPr sz="3760" b="1" dirty="0">
                <a:solidFill>
                  <a:srgbClr val="891328"/>
                </a:solidFill>
                <a:latin typeface="Arial"/>
                <a:cs typeface="Arial"/>
              </a:rPr>
              <a:t>todos</a:t>
            </a:r>
            <a:r>
              <a:rPr sz="3760" b="1" spc="21" dirty="0">
                <a:solidFill>
                  <a:srgbClr val="891328"/>
                </a:solidFill>
                <a:latin typeface="Arial"/>
                <a:cs typeface="Arial"/>
              </a:rPr>
              <a:t> </a:t>
            </a:r>
            <a:r>
              <a:rPr sz="3760" b="1" dirty="0">
                <a:solidFill>
                  <a:srgbClr val="891328"/>
                </a:solidFill>
                <a:latin typeface="Arial"/>
                <a:cs typeface="Arial"/>
              </a:rPr>
              <a:t>los</a:t>
            </a:r>
            <a:r>
              <a:rPr sz="3760" b="1" spc="11" dirty="0">
                <a:solidFill>
                  <a:srgbClr val="891328"/>
                </a:solidFill>
                <a:latin typeface="Arial"/>
                <a:cs typeface="Arial"/>
              </a:rPr>
              <a:t> </a:t>
            </a:r>
            <a:r>
              <a:rPr sz="3760" b="1" dirty="0">
                <a:solidFill>
                  <a:srgbClr val="891328"/>
                </a:solidFill>
                <a:latin typeface="Arial"/>
                <a:cs typeface="Arial"/>
              </a:rPr>
              <a:t>autores:</a:t>
            </a:r>
            <a:r>
              <a:rPr sz="3760" b="1" spc="11" dirty="0">
                <a:solidFill>
                  <a:srgbClr val="891328"/>
                </a:solidFill>
                <a:latin typeface="Arial"/>
                <a:cs typeface="Arial"/>
              </a:rPr>
              <a:t> </a:t>
            </a:r>
            <a:r>
              <a:rPr sz="3760" dirty="0">
                <a:solidFill>
                  <a:srgbClr val="891328"/>
                </a:solidFill>
                <a:latin typeface="Arial"/>
                <a:cs typeface="Arial"/>
              </a:rPr>
              <a:t>Nombres</a:t>
            </a:r>
            <a:r>
              <a:rPr sz="3760" spc="21" dirty="0">
                <a:solidFill>
                  <a:srgbClr val="891328"/>
                </a:solidFill>
                <a:latin typeface="Arial"/>
                <a:cs typeface="Arial"/>
              </a:rPr>
              <a:t> </a:t>
            </a:r>
            <a:r>
              <a:rPr sz="3760" spc="-21" dirty="0">
                <a:solidFill>
                  <a:srgbClr val="891328"/>
                </a:solidFill>
                <a:latin typeface="Arial"/>
                <a:cs typeface="Arial"/>
              </a:rPr>
              <a:t>apellidos</a:t>
            </a:r>
            <a:endParaRPr sz="3760" dirty="0">
              <a:latin typeface="Arial"/>
              <a:cs typeface="Arial"/>
            </a:endParaRPr>
          </a:p>
          <a:p>
            <a:pPr marL="47757">
              <a:spcBef>
                <a:spcPts val="54"/>
              </a:spcBef>
            </a:pPr>
            <a:r>
              <a:rPr sz="3760" b="1" dirty="0">
                <a:solidFill>
                  <a:srgbClr val="891328"/>
                </a:solidFill>
                <a:latin typeface="Arial"/>
                <a:cs typeface="Arial"/>
              </a:rPr>
              <a:t>Nombre</a:t>
            </a:r>
            <a:r>
              <a:rPr sz="3760" b="1" spc="21" dirty="0">
                <a:solidFill>
                  <a:srgbClr val="891328"/>
                </a:solidFill>
                <a:latin typeface="Arial"/>
                <a:cs typeface="Arial"/>
              </a:rPr>
              <a:t> </a:t>
            </a:r>
            <a:r>
              <a:rPr sz="3760" b="1" dirty="0">
                <a:solidFill>
                  <a:srgbClr val="891328"/>
                </a:solidFill>
                <a:latin typeface="Arial"/>
                <a:cs typeface="Arial"/>
              </a:rPr>
              <a:t>del</a:t>
            </a:r>
            <a:r>
              <a:rPr sz="3760" b="1" spc="21" dirty="0">
                <a:solidFill>
                  <a:srgbClr val="891328"/>
                </a:solidFill>
                <a:latin typeface="Arial"/>
                <a:cs typeface="Arial"/>
              </a:rPr>
              <a:t> </a:t>
            </a:r>
            <a:r>
              <a:rPr sz="3760" b="1" dirty="0">
                <a:solidFill>
                  <a:srgbClr val="891328"/>
                </a:solidFill>
                <a:latin typeface="Arial"/>
                <a:cs typeface="Arial"/>
              </a:rPr>
              <a:t>asesor:</a:t>
            </a:r>
            <a:r>
              <a:rPr sz="3760" b="1" spc="11" dirty="0">
                <a:solidFill>
                  <a:srgbClr val="891328"/>
                </a:solidFill>
                <a:latin typeface="Arial"/>
                <a:cs typeface="Arial"/>
              </a:rPr>
              <a:t> </a:t>
            </a:r>
            <a:r>
              <a:rPr sz="3760" dirty="0">
                <a:solidFill>
                  <a:srgbClr val="891328"/>
                </a:solidFill>
                <a:latin typeface="Arial"/>
                <a:cs typeface="Arial"/>
              </a:rPr>
              <a:t>Nombre</a:t>
            </a:r>
            <a:r>
              <a:rPr sz="3760" spc="21" dirty="0">
                <a:solidFill>
                  <a:srgbClr val="891328"/>
                </a:solidFill>
                <a:latin typeface="Arial"/>
                <a:cs typeface="Arial"/>
              </a:rPr>
              <a:t> </a:t>
            </a:r>
            <a:r>
              <a:rPr sz="3760" dirty="0">
                <a:solidFill>
                  <a:srgbClr val="891328"/>
                </a:solidFill>
                <a:latin typeface="Arial"/>
                <a:cs typeface="Arial"/>
              </a:rPr>
              <a:t>y</a:t>
            </a:r>
            <a:r>
              <a:rPr sz="3760" spc="21" dirty="0">
                <a:solidFill>
                  <a:srgbClr val="891328"/>
                </a:solidFill>
                <a:latin typeface="Arial"/>
                <a:cs typeface="Arial"/>
              </a:rPr>
              <a:t> </a:t>
            </a:r>
            <a:r>
              <a:rPr sz="3760" spc="-21" dirty="0">
                <a:solidFill>
                  <a:srgbClr val="891328"/>
                </a:solidFill>
                <a:latin typeface="Arial"/>
                <a:cs typeface="Arial"/>
              </a:rPr>
              <a:t>apellido</a:t>
            </a:r>
            <a:endParaRPr sz="3760" dirty="0">
              <a:latin typeface="Arial"/>
              <a:cs typeface="Arial"/>
            </a:endParaRPr>
          </a:p>
          <a:p>
            <a:pPr marL="47757">
              <a:spcBef>
                <a:spcPts val="43"/>
              </a:spcBef>
            </a:pPr>
            <a:r>
              <a:rPr sz="3760" b="1" dirty="0">
                <a:solidFill>
                  <a:srgbClr val="891328"/>
                </a:solidFill>
                <a:latin typeface="Arial"/>
                <a:cs typeface="Arial"/>
              </a:rPr>
              <a:t>Nombre</a:t>
            </a:r>
            <a:r>
              <a:rPr sz="3760" b="1" spc="21" dirty="0">
                <a:solidFill>
                  <a:srgbClr val="891328"/>
                </a:solidFill>
                <a:latin typeface="Arial"/>
                <a:cs typeface="Arial"/>
              </a:rPr>
              <a:t> </a:t>
            </a:r>
            <a:r>
              <a:rPr sz="3760" b="1" dirty="0">
                <a:solidFill>
                  <a:srgbClr val="891328"/>
                </a:solidFill>
                <a:latin typeface="Arial"/>
                <a:cs typeface="Arial"/>
              </a:rPr>
              <a:t>del</a:t>
            </a:r>
            <a:r>
              <a:rPr sz="3760" b="1" spc="32" dirty="0">
                <a:solidFill>
                  <a:srgbClr val="891328"/>
                </a:solidFill>
                <a:latin typeface="Arial"/>
                <a:cs typeface="Arial"/>
              </a:rPr>
              <a:t> </a:t>
            </a:r>
            <a:r>
              <a:rPr sz="3760" b="1" dirty="0">
                <a:solidFill>
                  <a:srgbClr val="891328"/>
                </a:solidFill>
                <a:latin typeface="Arial"/>
                <a:cs typeface="Arial"/>
              </a:rPr>
              <a:t>semillero</a:t>
            </a:r>
            <a:r>
              <a:rPr sz="3760" b="1" spc="32" dirty="0">
                <a:solidFill>
                  <a:srgbClr val="891328"/>
                </a:solidFill>
                <a:latin typeface="Arial"/>
                <a:cs typeface="Arial"/>
              </a:rPr>
              <a:t> </a:t>
            </a:r>
            <a:r>
              <a:rPr sz="3760" b="1" dirty="0">
                <a:solidFill>
                  <a:srgbClr val="891328"/>
                </a:solidFill>
                <a:latin typeface="Arial"/>
                <a:cs typeface="Arial"/>
              </a:rPr>
              <a:t>de</a:t>
            </a:r>
            <a:r>
              <a:rPr sz="3760" b="1" spc="32" dirty="0">
                <a:solidFill>
                  <a:srgbClr val="891328"/>
                </a:solidFill>
                <a:latin typeface="Arial"/>
                <a:cs typeface="Arial"/>
              </a:rPr>
              <a:t> </a:t>
            </a:r>
            <a:r>
              <a:rPr sz="3760" b="1" dirty="0">
                <a:solidFill>
                  <a:srgbClr val="891328"/>
                </a:solidFill>
                <a:latin typeface="Arial"/>
                <a:cs typeface="Arial"/>
              </a:rPr>
              <a:t>investigación:</a:t>
            </a:r>
            <a:r>
              <a:rPr sz="3760" b="1" spc="21" dirty="0">
                <a:solidFill>
                  <a:srgbClr val="891328"/>
                </a:solidFill>
                <a:latin typeface="Arial"/>
                <a:cs typeface="Arial"/>
              </a:rPr>
              <a:t> </a:t>
            </a:r>
            <a:r>
              <a:rPr sz="3760" dirty="0">
                <a:solidFill>
                  <a:srgbClr val="891328"/>
                </a:solidFill>
                <a:latin typeface="Arial"/>
                <a:cs typeface="Arial"/>
              </a:rPr>
              <a:t>Semillero</a:t>
            </a:r>
            <a:r>
              <a:rPr sz="3760" spc="32" dirty="0">
                <a:solidFill>
                  <a:srgbClr val="891328"/>
                </a:solidFill>
                <a:latin typeface="Arial"/>
                <a:cs typeface="Arial"/>
              </a:rPr>
              <a:t> </a:t>
            </a:r>
            <a:r>
              <a:rPr sz="3760" dirty="0">
                <a:solidFill>
                  <a:srgbClr val="891328"/>
                </a:solidFill>
                <a:latin typeface="Arial"/>
                <a:cs typeface="Arial"/>
              </a:rPr>
              <a:t>de</a:t>
            </a:r>
            <a:r>
              <a:rPr sz="3760" spc="32" dirty="0">
                <a:solidFill>
                  <a:srgbClr val="891328"/>
                </a:solidFill>
                <a:latin typeface="Arial"/>
                <a:cs typeface="Arial"/>
              </a:rPr>
              <a:t> </a:t>
            </a:r>
            <a:r>
              <a:rPr sz="3760" spc="-21" dirty="0" err="1">
                <a:solidFill>
                  <a:srgbClr val="891328"/>
                </a:solidFill>
                <a:latin typeface="Arial"/>
                <a:cs typeface="Arial"/>
              </a:rPr>
              <a:t>investigación</a:t>
            </a:r>
            <a:r>
              <a:rPr sz="3546" b="1" dirty="0">
                <a:solidFill>
                  <a:srgbClr val="FAF5EB"/>
                </a:solidFill>
                <a:latin typeface="Arial"/>
                <a:cs typeface="Arial"/>
              </a:rPr>
              <a:t>	</a:t>
            </a:r>
            <a:endParaRPr sz="3546" dirty="0">
              <a:latin typeface="Arial"/>
              <a:cs typeface="Arial"/>
            </a:endParaRPr>
          </a:p>
        </p:txBody>
      </p:sp>
      <p:grpSp>
        <p:nvGrpSpPr>
          <p:cNvPr id="72" name="Grupo 71">
            <a:extLst>
              <a:ext uri="{FF2B5EF4-FFF2-40B4-BE49-F238E27FC236}">
                <a16:creationId xmlns:a16="http://schemas.microsoft.com/office/drawing/2014/main" xmlns="" id="{ABA4C20E-A64D-8B82-479C-0A38907C1F8F}"/>
              </a:ext>
            </a:extLst>
          </p:cNvPr>
          <p:cNvGrpSpPr/>
          <p:nvPr/>
        </p:nvGrpSpPr>
        <p:grpSpPr>
          <a:xfrm>
            <a:off x="13730894" y="32787854"/>
            <a:ext cx="17089222" cy="667112"/>
            <a:chOff x="13730894" y="32787854"/>
            <a:chExt cx="17089222" cy="667112"/>
          </a:xfrm>
        </p:grpSpPr>
        <p:grpSp>
          <p:nvGrpSpPr>
            <p:cNvPr id="29" name="object 29"/>
            <p:cNvGrpSpPr/>
            <p:nvPr/>
          </p:nvGrpSpPr>
          <p:grpSpPr>
            <a:xfrm>
              <a:off x="13730894" y="32825923"/>
              <a:ext cx="17089222" cy="629043"/>
              <a:chOff x="6388578" y="15276062"/>
              <a:chExt cx="7952740" cy="292735"/>
            </a:xfrm>
          </p:grpSpPr>
          <p:sp>
            <p:nvSpPr>
              <p:cNvPr id="30" name="object 30"/>
              <p:cNvSpPr/>
              <p:nvPr/>
            </p:nvSpPr>
            <p:spPr>
              <a:xfrm>
                <a:off x="6391753" y="15279237"/>
                <a:ext cx="794639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946390">
                    <a:moveTo>
                      <a:pt x="0" y="0"/>
                    </a:moveTo>
                    <a:lnTo>
                      <a:pt x="7945775" y="0"/>
                    </a:lnTo>
                  </a:path>
                </a:pathLst>
              </a:custGeom>
              <a:ln w="19050">
                <a:solidFill>
                  <a:srgbClr val="89132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1" name="object 31"/>
              <p:cNvSpPr/>
              <p:nvPr/>
            </p:nvSpPr>
            <p:spPr>
              <a:xfrm>
                <a:off x="6391754" y="15279239"/>
                <a:ext cx="3134360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3134359" h="289559">
                    <a:moveTo>
                      <a:pt x="3134289" y="0"/>
                    </a:moveTo>
                    <a:lnTo>
                      <a:pt x="0" y="0"/>
                    </a:lnTo>
                    <a:lnTo>
                      <a:pt x="0" y="289022"/>
                    </a:lnTo>
                    <a:lnTo>
                      <a:pt x="3134289" y="289022"/>
                    </a:lnTo>
                    <a:lnTo>
                      <a:pt x="3134289" y="0"/>
                    </a:lnTo>
                    <a:close/>
                  </a:path>
                </a:pathLst>
              </a:custGeom>
              <a:solidFill>
                <a:srgbClr val="89132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32" name="object 32"/>
            <p:cNvSpPr txBox="1"/>
            <p:nvPr/>
          </p:nvSpPr>
          <p:spPr>
            <a:xfrm>
              <a:off x="14282206" y="32787854"/>
              <a:ext cx="5897446" cy="580108"/>
            </a:xfrm>
            <a:prstGeom prst="rect">
              <a:avLst/>
            </a:prstGeom>
          </p:spPr>
          <p:txBody>
            <a:bodyPr vert="horz" wrap="square" lIns="0" tIns="34113" rIns="0" bIns="0" rtlCol="0">
              <a:spAutoFit/>
            </a:bodyPr>
            <a:lstStyle/>
            <a:p>
              <a:pPr marL="27290">
                <a:spcBef>
                  <a:spcPts val="269"/>
                </a:spcBef>
              </a:pPr>
              <a:r>
                <a:rPr sz="3546" b="1" dirty="0">
                  <a:solidFill>
                    <a:srgbClr val="FAF5EB"/>
                  </a:solidFill>
                  <a:latin typeface="Arial"/>
                  <a:cs typeface="Arial"/>
                </a:rPr>
                <a:t>Conclusiones</a:t>
              </a:r>
              <a:r>
                <a:rPr sz="3546" b="1" spc="118" dirty="0">
                  <a:solidFill>
                    <a:srgbClr val="FAF5EB"/>
                  </a:solidFill>
                  <a:latin typeface="Arial"/>
                  <a:cs typeface="Arial"/>
                </a:rPr>
                <a:t> </a:t>
              </a:r>
              <a:r>
                <a:rPr sz="3546" b="1" spc="-21" dirty="0">
                  <a:solidFill>
                    <a:srgbClr val="FAF5EB"/>
                  </a:solidFill>
                  <a:latin typeface="Arial"/>
                  <a:cs typeface="Arial"/>
                </a:rPr>
                <a:t>preliminares</a:t>
              </a:r>
              <a:endParaRPr sz="3546">
                <a:latin typeface="Arial"/>
                <a:cs typeface="Arial"/>
              </a:endParaRPr>
            </a:p>
          </p:txBody>
        </p:sp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xmlns="" id="{121E6B6A-148F-1D24-EC15-02E126AA4DF7}"/>
              </a:ext>
            </a:extLst>
          </p:cNvPr>
          <p:cNvGrpSpPr/>
          <p:nvPr/>
        </p:nvGrpSpPr>
        <p:grpSpPr>
          <a:xfrm>
            <a:off x="13730894" y="26740201"/>
            <a:ext cx="17089222" cy="667121"/>
            <a:chOff x="13730894" y="26740201"/>
            <a:chExt cx="17089222" cy="667121"/>
          </a:xfrm>
        </p:grpSpPr>
        <p:grpSp>
          <p:nvGrpSpPr>
            <p:cNvPr id="33" name="object 33"/>
            <p:cNvGrpSpPr/>
            <p:nvPr/>
          </p:nvGrpSpPr>
          <p:grpSpPr>
            <a:xfrm>
              <a:off x="13730894" y="26778279"/>
              <a:ext cx="17089222" cy="629043"/>
              <a:chOff x="6388578" y="12461695"/>
              <a:chExt cx="7952740" cy="292735"/>
            </a:xfrm>
          </p:grpSpPr>
          <p:sp>
            <p:nvSpPr>
              <p:cNvPr id="34" name="object 34"/>
              <p:cNvSpPr/>
              <p:nvPr/>
            </p:nvSpPr>
            <p:spPr>
              <a:xfrm>
                <a:off x="6391753" y="12464870"/>
                <a:ext cx="7946390" cy="0"/>
              </a:xfrm>
              <a:custGeom>
                <a:avLst/>
                <a:gdLst/>
                <a:ahLst/>
                <a:cxnLst/>
                <a:rect l="l" t="t" r="r" b="b"/>
                <a:pathLst>
                  <a:path w="7946390">
                    <a:moveTo>
                      <a:pt x="0" y="0"/>
                    </a:moveTo>
                    <a:lnTo>
                      <a:pt x="7945775" y="0"/>
                    </a:lnTo>
                  </a:path>
                </a:pathLst>
              </a:custGeom>
              <a:ln w="19050">
                <a:solidFill>
                  <a:srgbClr val="89132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5" name="object 35"/>
              <p:cNvSpPr/>
              <p:nvPr/>
            </p:nvSpPr>
            <p:spPr>
              <a:xfrm>
                <a:off x="6391748" y="12464870"/>
                <a:ext cx="308419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3084195" h="289559">
                    <a:moveTo>
                      <a:pt x="3083816" y="0"/>
                    </a:moveTo>
                    <a:lnTo>
                      <a:pt x="0" y="0"/>
                    </a:lnTo>
                    <a:lnTo>
                      <a:pt x="0" y="289022"/>
                    </a:lnTo>
                    <a:lnTo>
                      <a:pt x="3083816" y="289022"/>
                    </a:lnTo>
                    <a:lnTo>
                      <a:pt x="3083816" y="0"/>
                    </a:lnTo>
                    <a:close/>
                  </a:path>
                </a:pathLst>
              </a:custGeom>
              <a:solidFill>
                <a:srgbClr val="89132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36" name="object 36"/>
            <p:cNvSpPr txBox="1"/>
            <p:nvPr/>
          </p:nvSpPr>
          <p:spPr>
            <a:xfrm>
              <a:off x="14282207" y="26740201"/>
              <a:ext cx="5363920" cy="580108"/>
            </a:xfrm>
            <a:prstGeom prst="rect">
              <a:avLst/>
            </a:prstGeom>
          </p:spPr>
          <p:txBody>
            <a:bodyPr vert="horz" wrap="square" lIns="0" tIns="34113" rIns="0" bIns="0" rtlCol="0">
              <a:spAutoFit/>
            </a:bodyPr>
            <a:lstStyle/>
            <a:p>
              <a:pPr marL="27290">
                <a:spcBef>
                  <a:spcPts val="269"/>
                </a:spcBef>
              </a:pPr>
              <a:r>
                <a:rPr sz="3546" b="1" dirty="0">
                  <a:solidFill>
                    <a:srgbClr val="FAF5EB"/>
                  </a:solidFill>
                  <a:latin typeface="Arial"/>
                  <a:cs typeface="Arial"/>
                </a:rPr>
                <a:t>Resultados</a:t>
              </a:r>
              <a:r>
                <a:rPr sz="3546" b="1" spc="97" dirty="0">
                  <a:solidFill>
                    <a:srgbClr val="FAF5EB"/>
                  </a:solidFill>
                  <a:latin typeface="Arial"/>
                  <a:cs typeface="Arial"/>
                </a:rPr>
                <a:t> </a:t>
              </a:r>
              <a:r>
                <a:rPr sz="3546" b="1" spc="-21" dirty="0">
                  <a:solidFill>
                    <a:srgbClr val="FAF5EB"/>
                  </a:solidFill>
                  <a:latin typeface="Arial"/>
                  <a:cs typeface="Arial"/>
                </a:rPr>
                <a:t>preliminares</a:t>
              </a:r>
              <a:endParaRPr sz="3546" dirty="0">
                <a:latin typeface="Arial"/>
                <a:cs typeface="Arial"/>
              </a:endParaRPr>
            </a:p>
          </p:txBody>
        </p:sp>
      </p:grpSp>
      <p:grpSp>
        <p:nvGrpSpPr>
          <p:cNvPr id="81" name="Grupo 80">
            <a:extLst>
              <a:ext uri="{FF2B5EF4-FFF2-40B4-BE49-F238E27FC236}">
                <a16:creationId xmlns:a16="http://schemas.microsoft.com/office/drawing/2014/main" xmlns="" id="{606D35B5-1D27-1FF5-86F5-DDDDC0FDC15C}"/>
              </a:ext>
            </a:extLst>
          </p:cNvPr>
          <p:cNvGrpSpPr/>
          <p:nvPr/>
        </p:nvGrpSpPr>
        <p:grpSpPr>
          <a:xfrm>
            <a:off x="-4007" y="34397048"/>
            <a:ext cx="13748883" cy="667121"/>
            <a:chOff x="-4007" y="34397048"/>
            <a:chExt cx="13748883" cy="667121"/>
          </a:xfrm>
        </p:grpSpPr>
        <p:grpSp>
          <p:nvGrpSpPr>
            <p:cNvPr id="37" name="object 37"/>
            <p:cNvGrpSpPr/>
            <p:nvPr/>
          </p:nvGrpSpPr>
          <p:grpSpPr>
            <a:xfrm>
              <a:off x="-4007" y="34435126"/>
              <a:ext cx="13748883" cy="629043"/>
              <a:chOff x="-3175" y="16024930"/>
              <a:chExt cx="6398260" cy="292735"/>
            </a:xfrm>
          </p:grpSpPr>
          <p:sp>
            <p:nvSpPr>
              <p:cNvPr id="38" name="object 38"/>
              <p:cNvSpPr/>
              <p:nvPr/>
            </p:nvSpPr>
            <p:spPr>
              <a:xfrm>
                <a:off x="0" y="16028105"/>
                <a:ext cx="639191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391910">
                    <a:moveTo>
                      <a:pt x="0" y="0"/>
                    </a:moveTo>
                    <a:lnTo>
                      <a:pt x="6391754" y="0"/>
                    </a:lnTo>
                  </a:path>
                </a:pathLst>
              </a:custGeom>
              <a:ln w="19050">
                <a:solidFill>
                  <a:srgbClr val="891328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9" name="object 39"/>
              <p:cNvSpPr/>
              <p:nvPr/>
            </p:nvSpPr>
            <p:spPr>
              <a:xfrm>
                <a:off x="0" y="16028102"/>
                <a:ext cx="2616835" cy="289560"/>
              </a:xfrm>
              <a:custGeom>
                <a:avLst/>
                <a:gdLst/>
                <a:ahLst/>
                <a:cxnLst/>
                <a:rect l="l" t="t" r="r" b="b"/>
                <a:pathLst>
                  <a:path w="2616835" h="289559">
                    <a:moveTo>
                      <a:pt x="2616658" y="0"/>
                    </a:moveTo>
                    <a:lnTo>
                      <a:pt x="0" y="0"/>
                    </a:lnTo>
                    <a:lnTo>
                      <a:pt x="0" y="289022"/>
                    </a:lnTo>
                    <a:lnTo>
                      <a:pt x="2616658" y="289022"/>
                    </a:lnTo>
                    <a:lnTo>
                      <a:pt x="2616658" y="0"/>
                    </a:lnTo>
                    <a:close/>
                  </a:path>
                </a:pathLst>
              </a:custGeom>
              <a:solidFill>
                <a:srgbClr val="89132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0" name="object 40"/>
            <p:cNvSpPr txBox="1"/>
            <p:nvPr/>
          </p:nvSpPr>
          <p:spPr>
            <a:xfrm>
              <a:off x="1574045" y="34397048"/>
              <a:ext cx="3815192" cy="580108"/>
            </a:xfrm>
            <a:prstGeom prst="rect">
              <a:avLst/>
            </a:prstGeom>
          </p:spPr>
          <p:txBody>
            <a:bodyPr vert="horz" wrap="square" lIns="0" tIns="34113" rIns="0" bIns="0" rtlCol="0">
              <a:spAutoFit/>
            </a:bodyPr>
            <a:lstStyle/>
            <a:p>
              <a:pPr marL="27290">
                <a:spcBef>
                  <a:spcPts val="269"/>
                </a:spcBef>
              </a:pPr>
              <a:r>
                <a:rPr sz="3546" b="1" dirty="0">
                  <a:solidFill>
                    <a:srgbClr val="FAF5EB"/>
                  </a:solidFill>
                  <a:latin typeface="Arial"/>
                  <a:cs typeface="Arial"/>
                </a:rPr>
                <a:t>Referente</a:t>
              </a:r>
              <a:r>
                <a:rPr sz="3546" b="1" spc="86" dirty="0">
                  <a:solidFill>
                    <a:srgbClr val="FAF5EB"/>
                  </a:solidFill>
                  <a:latin typeface="Arial"/>
                  <a:cs typeface="Arial"/>
                </a:rPr>
                <a:t> </a:t>
              </a:r>
              <a:r>
                <a:rPr sz="3546" b="1" spc="-21" dirty="0">
                  <a:solidFill>
                    <a:srgbClr val="FAF5EB"/>
                  </a:solidFill>
                  <a:latin typeface="Arial"/>
                  <a:cs typeface="Arial"/>
                </a:rPr>
                <a:t>teórico</a:t>
              </a:r>
              <a:endParaRPr sz="3546" dirty="0">
                <a:latin typeface="Arial"/>
                <a:cs typeface="Arial"/>
              </a:endParaRPr>
            </a:p>
          </p:txBody>
        </p:sp>
      </p:grpSp>
      <p:grpSp>
        <p:nvGrpSpPr>
          <p:cNvPr id="76" name="Grupo 75">
            <a:extLst>
              <a:ext uri="{FF2B5EF4-FFF2-40B4-BE49-F238E27FC236}">
                <a16:creationId xmlns:a16="http://schemas.microsoft.com/office/drawing/2014/main" xmlns="" id="{06259EC4-4258-460C-CAF0-370E2A3CD05A}"/>
              </a:ext>
            </a:extLst>
          </p:cNvPr>
          <p:cNvGrpSpPr/>
          <p:nvPr/>
        </p:nvGrpSpPr>
        <p:grpSpPr>
          <a:xfrm>
            <a:off x="2816" y="29520839"/>
            <a:ext cx="13735238" cy="667116"/>
            <a:chOff x="2816" y="29520839"/>
            <a:chExt cx="13735238" cy="667116"/>
          </a:xfrm>
        </p:grpSpPr>
        <p:sp>
          <p:nvSpPr>
            <p:cNvPr id="44" name="object 44"/>
            <p:cNvSpPr/>
            <p:nvPr/>
          </p:nvSpPr>
          <p:spPr>
            <a:xfrm>
              <a:off x="2816" y="29565735"/>
              <a:ext cx="13735238" cy="0"/>
            </a:xfrm>
            <a:custGeom>
              <a:avLst/>
              <a:gdLst/>
              <a:ahLst/>
              <a:cxnLst/>
              <a:rect l="l" t="t" r="r" b="b"/>
              <a:pathLst>
                <a:path w="6391910">
                  <a:moveTo>
                    <a:pt x="0" y="0"/>
                  </a:moveTo>
                  <a:lnTo>
                    <a:pt x="6391754" y="0"/>
                  </a:lnTo>
                </a:path>
              </a:pathLst>
            </a:custGeom>
            <a:ln w="19050">
              <a:solidFill>
                <a:srgbClr val="8913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816" y="29565735"/>
              <a:ext cx="3965289" cy="622220"/>
            </a:xfrm>
            <a:custGeom>
              <a:avLst/>
              <a:gdLst/>
              <a:ahLst/>
              <a:cxnLst/>
              <a:rect l="l" t="t" r="r" b="b"/>
              <a:pathLst>
                <a:path w="1845310" h="289559">
                  <a:moveTo>
                    <a:pt x="1845266" y="0"/>
                  </a:moveTo>
                  <a:lnTo>
                    <a:pt x="0" y="0"/>
                  </a:lnTo>
                  <a:lnTo>
                    <a:pt x="0" y="289022"/>
                  </a:lnTo>
                  <a:lnTo>
                    <a:pt x="1845266" y="289022"/>
                  </a:lnTo>
                  <a:lnTo>
                    <a:pt x="1845266" y="0"/>
                  </a:lnTo>
                  <a:close/>
                </a:path>
              </a:pathLst>
            </a:custGeom>
            <a:solidFill>
              <a:srgbClr val="8913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 txBox="1"/>
            <p:nvPr/>
          </p:nvSpPr>
          <p:spPr>
            <a:xfrm>
              <a:off x="1574045" y="29520839"/>
              <a:ext cx="2138197" cy="580108"/>
            </a:xfrm>
            <a:prstGeom prst="rect">
              <a:avLst/>
            </a:prstGeom>
          </p:spPr>
          <p:txBody>
            <a:bodyPr vert="horz" wrap="square" lIns="0" tIns="34113" rIns="0" bIns="0" rtlCol="0">
              <a:spAutoFit/>
            </a:bodyPr>
            <a:lstStyle/>
            <a:p>
              <a:pPr marL="27290">
                <a:spcBef>
                  <a:spcPts val="269"/>
                </a:spcBef>
              </a:pPr>
              <a:r>
                <a:rPr sz="3546" b="1" spc="-21" dirty="0" err="1">
                  <a:solidFill>
                    <a:srgbClr val="FAF5EB"/>
                  </a:solidFill>
                  <a:latin typeface="Arial"/>
                  <a:cs typeface="Arial"/>
                </a:rPr>
                <a:t>Objeti</a:t>
              </a:r>
              <a:r>
                <a:rPr lang="es-CO" sz="3546" b="1" spc="-21" dirty="0">
                  <a:solidFill>
                    <a:srgbClr val="FAF5EB"/>
                  </a:solidFill>
                  <a:latin typeface="Arial"/>
                  <a:cs typeface="Arial"/>
                </a:rPr>
                <a:t>v</a:t>
              </a:r>
              <a:r>
                <a:rPr sz="3546" b="1" spc="-21" dirty="0" err="1">
                  <a:solidFill>
                    <a:srgbClr val="FAF5EB"/>
                  </a:solidFill>
                  <a:latin typeface="Arial"/>
                  <a:cs typeface="Arial"/>
                </a:rPr>
                <a:t>os</a:t>
              </a:r>
              <a:endParaRPr sz="3546" dirty="0">
                <a:latin typeface="Arial"/>
                <a:cs typeface="Arial"/>
              </a:endParaRPr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-4007" y="19797848"/>
            <a:ext cx="13748883" cy="629043"/>
            <a:chOff x="-3175" y="9213241"/>
            <a:chExt cx="6398260" cy="292735"/>
          </a:xfrm>
        </p:grpSpPr>
        <p:sp>
          <p:nvSpPr>
            <p:cNvPr id="48" name="object 48"/>
            <p:cNvSpPr/>
            <p:nvPr/>
          </p:nvSpPr>
          <p:spPr>
            <a:xfrm>
              <a:off x="0" y="9216416"/>
              <a:ext cx="6391910" cy="0"/>
            </a:xfrm>
            <a:custGeom>
              <a:avLst/>
              <a:gdLst/>
              <a:ahLst/>
              <a:cxnLst/>
              <a:rect l="l" t="t" r="r" b="b"/>
              <a:pathLst>
                <a:path w="6391910">
                  <a:moveTo>
                    <a:pt x="0" y="0"/>
                  </a:moveTo>
                  <a:lnTo>
                    <a:pt x="6391754" y="0"/>
                  </a:lnTo>
                </a:path>
              </a:pathLst>
            </a:custGeom>
            <a:ln w="19050">
              <a:solidFill>
                <a:srgbClr val="8913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0" y="9216412"/>
              <a:ext cx="3698240" cy="289560"/>
            </a:xfrm>
            <a:custGeom>
              <a:avLst/>
              <a:gdLst/>
              <a:ahLst/>
              <a:cxnLst/>
              <a:rect l="l" t="t" r="r" b="b"/>
              <a:pathLst>
                <a:path w="3698240" h="289559">
                  <a:moveTo>
                    <a:pt x="3697712" y="0"/>
                  </a:moveTo>
                  <a:lnTo>
                    <a:pt x="0" y="0"/>
                  </a:lnTo>
                  <a:lnTo>
                    <a:pt x="0" y="289022"/>
                  </a:lnTo>
                  <a:lnTo>
                    <a:pt x="3697712" y="289022"/>
                  </a:lnTo>
                  <a:lnTo>
                    <a:pt x="3697712" y="0"/>
                  </a:lnTo>
                  <a:close/>
                </a:path>
              </a:pathLst>
            </a:custGeom>
            <a:solidFill>
              <a:srgbClr val="8913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574045" y="19759774"/>
            <a:ext cx="6153976" cy="580108"/>
          </a:xfrm>
          <a:prstGeom prst="rect">
            <a:avLst/>
          </a:prstGeom>
        </p:spPr>
        <p:txBody>
          <a:bodyPr vert="horz" wrap="square" lIns="0" tIns="34113" rIns="0" bIns="0" rtlCol="0">
            <a:spAutoFit/>
          </a:bodyPr>
          <a:lstStyle/>
          <a:p>
            <a:pPr marL="27290">
              <a:spcBef>
                <a:spcPts val="269"/>
              </a:spcBef>
            </a:pPr>
            <a:r>
              <a:rPr sz="3546" b="1" dirty="0">
                <a:solidFill>
                  <a:srgbClr val="FAF5EB"/>
                </a:solidFill>
                <a:latin typeface="Arial"/>
                <a:cs typeface="Arial"/>
              </a:rPr>
              <a:t>Planteamiento</a:t>
            </a:r>
            <a:r>
              <a:rPr sz="3546" b="1" spc="150" dirty="0">
                <a:solidFill>
                  <a:srgbClr val="FAF5EB"/>
                </a:solidFill>
                <a:latin typeface="Arial"/>
                <a:cs typeface="Arial"/>
              </a:rPr>
              <a:t> </a:t>
            </a:r>
            <a:r>
              <a:rPr sz="3546" b="1" dirty="0">
                <a:solidFill>
                  <a:srgbClr val="FAF5EB"/>
                </a:solidFill>
                <a:latin typeface="Arial"/>
                <a:cs typeface="Arial"/>
              </a:rPr>
              <a:t>del</a:t>
            </a:r>
            <a:r>
              <a:rPr sz="3546" b="1" spc="161" dirty="0">
                <a:solidFill>
                  <a:srgbClr val="FAF5EB"/>
                </a:solidFill>
                <a:latin typeface="Arial"/>
                <a:cs typeface="Arial"/>
              </a:rPr>
              <a:t> </a:t>
            </a:r>
            <a:r>
              <a:rPr sz="3546" b="1" spc="-21" dirty="0">
                <a:solidFill>
                  <a:srgbClr val="FAF5EB"/>
                </a:solidFill>
                <a:latin typeface="Arial"/>
                <a:cs typeface="Arial"/>
              </a:rPr>
              <a:t>problema</a:t>
            </a:r>
            <a:endParaRPr sz="3546" dirty="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-4007" y="23956432"/>
            <a:ext cx="13748883" cy="629043"/>
            <a:chOff x="-3175" y="11148504"/>
            <a:chExt cx="6398260" cy="292735"/>
          </a:xfrm>
        </p:grpSpPr>
        <p:sp>
          <p:nvSpPr>
            <p:cNvPr id="52" name="object 52"/>
            <p:cNvSpPr/>
            <p:nvPr/>
          </p:nvSpPr>
          <p:spPr>
            <a:xfrm>
              <a:off x="0" y="11151679"/>
              <a:ext cx="6391910" cy="0"/>
            </a:xfrm>
            <a:custGeom>
              <a:avLst/>
              <a:gdLst/>
              <a:ahLst/>
              <a:cxnLst/>
              <a:rect l="l" t="t" r="r" b="b"/>
              <a:pathLst>
                <a:path w="6391910">
                  <a:moveTo>
                    <a:pt x="0" y="0"/>
                  </a:moveTo>
                  <a:lnTo>
                    <a:pt x="6391754" y="0"/>
                  </a:lnTo>
                </a:path>
              </a:pathLst>
            </a:custGeom>
            <a:ln w="19050">
              <a:solidFill>
                <a:srgbClr val="8913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0" y="11151680"/>
              <a:ext cx="2153920" cy="289560"/>
            </a:xfrm>
            <a:custGeom>
              <a:avLst/>
              <a:gdLst/>
              <a:ahLst/>
              <a:cxnLst/>
              <a:rect l="l" t="t" r="r" b="b"/>
              <a:pathLst>
                <a:path w="2153920" h="289559">
                  <a:moveTo>
                    <a:pt x="2153609" y="0"/>
                  </a:moveTo>
                  <a:lnTo>
                    <a:pt x="0" y="0"/>
                  </a:lnTo>
                  <a:lnTo>
                    <a:pt x="0" y="289022"/>
                  </a:lnTo>
                  <a:lnTo>
                    <a:pt x="2153609" y="289022"/>
                  </a:lnTo>
                  <a:lnTo>
                    <a:pt x="2153609" y="0"/>
                  </a:lnTo>
                  <a:close/>
                </a:path>
              </a:pathLst>
            </a:custGeom>
            <a:solidFill>
              <a:srgbClr val="8913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1574046" y="23918363"/>
            <a:ext cx="2850478" cy="580108"/>
          </a:xfrm>
          <a:prstGeom prst="rect">
            <a:avLst/>
          </a:prstGeom>
        </p:spPr>
        <p:txBody>
          <a:bodyPr vert="horz" wrap="square" lIns="0" tIns="34113" rIns="0" bIns="0" rtlCol="0">
            <a:spAutoFit/>
          </a:bodyPr>
          <a:lstStyle/>
          <a:p>
            <a:pPr marL="27290">
              <a:spcBef>
                <a:spcPts val="269"/>
              </a:spcBef>
            </a:pPr>
            <a:r>
              <a:rPr sz="3546" b="1" spc="-21" dirty="0">
                <a:solidFill>
                  <a:srgbClr val="FAF5EB"/>
                </a:solidFill>
                <a:latin typeface="Arial"/>
                <a:cs typeface="Arial"/>
              </a:rPr>
              <a:t>Justificación</a:t>
            </a:r>
            <a:endParaRPr sz="3546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543312" y="40407293"/>
            <a:ext cx="28354682" cy="1306197"/>
          </a:xfrm>
          <a:prstGeom prst="rect">
            <a:avLst/>
          </a:prstGeom>
        </p:spPr>
        <p:txBody>
          <a:bodyPr vert="horz" wrap="square" lIns="0" tIns="343859" rIns="0" bIns="0" rtlCol="0">
            <a:spAutoFit/>
          </a:bodyPr>
          <a:lstStyle/>
          <a:p>
            <a:pPr marL="27290" marR="10916">
              <a:spcBef>
                <a:spcPts val="2095"/>
              </a:spcBef>
            </a:pPr>
            <a:r>
              <a:rPr sz="3116" dirty="0">
                <a:latin typeface="Arial"/>
                <a:cs typeface="Arial"/>
              </a:rPr>
              <a:t>Lorem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ipsum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dolor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sit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amet,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consectetuer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adipiscing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elit,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sed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diam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nonummy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nibh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euismod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tincidunt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laoreet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dolore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magna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aliquam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erat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volutpat.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wisi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enim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75" dirty="0">
                <a:latin typeface="Arial"/>
                <a:cs typeface="Arial"/>
              </a:rPr>
              <a:t>ad </a:t>
            </a:r>
            <a:r>
              <a:rPr sz="3116" dirty="0">
                <a:latin typeface="Arial"/>
                <a:cs typeface="Arial"/>
              </a:rPr>
              <a:t>minim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veniam,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quis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nostrud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exerci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tation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ullamcorper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suscipit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lobortis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nisl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aliquip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ex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spc="-54" dirty="0">
                <a:latin typeface="Arial"/>
                <a:cs typeface="Arial"/>
              </a:rPr>
              <a:t>ea</a:t>
            </a:r>
            <a:endParaRPr sz="3116" dirty="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575204" y="12703017"/>
            <a:ext cx="11476960" cy="6712657"/>
          </a:xfrm>
          <a:prstGeom prst="rect">
            <a:avLst/>
          </a:prstGeom>
        </p:spPr>
        <p:txBody>
          <a:bodyPr vert="horz" wrap="square" lIns="0" tIns="24561" rIns="0" bIns="0" rtlCol="0">
            <a:spAutoFit/>
          </a:bodyPr>
          <a:lstStyle/>
          <a:p>
            <a:pPr marL="27290" marR="10916">
              <a:spcBef>
                <a:spcPts val="193"/>
              </a:spcBef>
            </a:pPr>
            <a:r>
              <a:rPr sz="3116" dirty="0">
                <a:latin typeface="Arial"/>
                <a:cs typeface="Arial"/>
              </a:rPr>
              <a:t>Lorem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ipsum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dolor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sit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amet,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consectetuer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adipiscing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elit,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spc="-54" dirty="0">
                <a:latin typeface="Arial"/>
                <a:cs typeface="Arial"/>
              </a:rPr>
              <a:t>sed</a:t>
            </a:r>
            <a:r>
              <a:rPr sz="3116" spc="1074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diam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nonummy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nibh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euismod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tincidunt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laoreet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dolore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magna aliquam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erat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volutpat.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wisi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enim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ad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minim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veniam,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43" dirty="0">
                <a:latin typeface="Arial"/>
                <a:cs typeface="Arial"/>
              </a:rPr>
              <a:t>quis</a:t>
            </a:r>
            <a:r>
              <a:rPr sz="3116" spc="1074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nostrud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exerci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tation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ullamcorper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suscipit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lobortis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nisl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aliquip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54" dirty="0">
                <a:latin typeface="Arial"/>
                <a:cs typeface="Arial"/>
              </a:rPr>
              <a:t>ex </a:t>
            </a:r>
            <a:r>
              <a:rPr sz="3116" dirty="0">
                <a:latin typeface="Arial"/>
                <a:cs typeface="Arial"/>
              </a:rPr>
              <a:t>ea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43" dirty="0">
                <a:latin typeface="Arial"/>
                <a:cs typeface="Arial"/>
              </a:rPr>
              <a:t>commodo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consequat.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Duis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autem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vel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eum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iriure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dolor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54" dirty="0">
                <a:latin typeface="Arial"/>
                <a:cs typeface="Arial"/>
              </a:rPr>
              <a:t>in </a:t>
            </a:r>
            <a:r>
              <a:rPr sz="3116" spc="-21" dirty="0">
                <a:latin typeface="Arial"/>
                <a:cs typeface="Arial"/>
              </a:rPr>
              <a:t>hendrerit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in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vulputate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velit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esse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molestie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consequat,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vel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illum dolore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eu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feugiat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nulla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facilisis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at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vero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eros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et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accumsan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et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iusto </a:t>
            </a:r>
            <a:r>
              <a:rPr sz="3116" dirty="0">
                <a:latin typeface="Arial"/>
                <a:cs typeface="Arial"/>
              </a:rPr>
              <a:t>odio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dignissim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qui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blandit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praesent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luptatum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zzril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delenit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augue </a:t>
            </a:r>
            <a:r>
              <a:rPr sz="3116" dirty="0">
                <a:latin typeface="Arial"/>
                <a:cs typeface="Arial"/>
              </a:rPr>
              <a:t>duis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dolore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te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feugait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nulla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facilisi.</a:t>
            </a:r>
            <a:endParaRPr sz="3116" dirty="0">
              <a:latin typeface="Arial"/>
              <a:cs typeface="Arial"/>
            </a:endParaRPr>
          </a:p>
          <a:p>
            <a:pPr marL="27290">
              <a:lnSpc>
                <a:spcPts val="3556"/>
              </a:lnSpc>
            </a:pPr>
            <a:r>
              <a:rPr sz="3116" dirty="0">
                <a:latin typeface="Arial"/>
                <a:cs typeface="Arial"/>
              </a:rPr>
              <a:t>Lorem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ipsum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dolor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sit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amet,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cons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ectetuer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adipiscing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elit,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54" dirty="0">
                <a:latin typeface="Arial"/>
                <a:cs typeface="Arial"/>
              </a:rPr>
              <a:t>sed</a:t>
            </a:r>
            <a:endParaRPr sz="3116" dirty="0">
              <a:latin typeface="Arial"/>
              <a:cs typeface="Arial"/>
            </a:endParaRPr>
          </a:p>
          <a:p>
            <a:pPr marL="27290" marR="10916">
              <a:lnSpc>
                <a:spcPts val="3717"/>
              </a:lnSpc>
              <a:spcBef>
                <a:spcPts val="140"/>
              </a:spcBef>
            </a:pPr>
            <a:r>
              <a:rPr sz="3116" dirty="0">
                <a:latin typeface="Arial"/>
                <a:cs typeface="Arial"/>
              </a:rPr>
              <a:t>diam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nonummy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nibh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euismod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tincidunt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laoreet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dolore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magna aliquam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erat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volutpat.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wisi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enim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ad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minim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veniam,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43" dirty="0">
                <a:latin typeface="Arial"/>
                <a:cs typeface="Arial"/>
              </a:rPr>
              <a:t>quis</a:t>
            </a:r>
            <a:r>
              <a:rPr sz="3116" spc="1074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nostrud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exerci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tation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ullamcorper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suscipit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lobortis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nisl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aliquip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54" dirty="0">
                <a:latin typeface="Arial"/>
                <a:cs typeface="Arial"/>
              </a:rPr>
              <a:t>ex </a:t>
            </a:r>
            <a:r>
              <a:rPr sz="3116" dirty="0">
                <a:latin typeface="Arial"/>
                <a:cs typeface="Arial"/>
              </a:rPr>
              <a:t>ea</a:t>
            </a:r>
            <a:r>
              <a:rPr sz="3116" spc="-75" dirty="0">
                <a:latin typeface="Arial"/>
                <a:cs typeface="Arial"/>
              </a:rPr>
              <a:t> </a:t>
            </a:r>
            <a:r>
              <a:rPr sz="3116" spc="-43" dirty="0">
                <a:latin typeface="Arial"/>
                <a:cs typeface="Arial"/>
              </a:rPr>
              <a:t>commodo</a:t>
            </a:r>
            <a:r>
              <a:rPr sz="3116" spc="-75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consequat.</a:t>
            </a:r>
            <a:endParaRPr sz="3116" dirty="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575204" y="24830745"/>
            <a:ext cx="11476960" cy="4340213"/>
          </a:xfrm>
          <a:prstGeom prst="rect">
            <a:avLst/>
          </a:prstGeom>
        </p:spPr>
        <p:txBody>
          <a:bodyPr vert="horz" wrap="square" lIns="0" tIns="24561" rIns="0" bIns="0" rtlCol="0">
            <a:spAutoFit/>
          </a:bodyPr>
          <a:lstStyle/>
          <a:p>
            <a:pPr marL="27290" marR="10916">
              <a:spcBef>
                <a:spcPts val="193"/>
              </a:spcBef>
            </a:pPr>
            <a:r>
              <a:rPr sz="3116" dirty="0">
                <a:latin typeface="Arial"/>
                <a:cs typeface="Arial"/>
              </a:rPr>
              <a:t>Lorem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ipsum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dolor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sit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amet,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consectetuer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adipiscing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elit,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spc="-54" dirty="0">
                <a:latin typeface="Arial"/>
                <a:cs typeface="Arial"/>
              </a:rPr>
              <a:t>sed</a:t>
            </a:r>
            <a:r>
              <a:rPr sz="3116" spc="1074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diam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nonummy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nibh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euismod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tincidunt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laoreet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dolore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magna aliquam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erat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volutpat.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wisi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enim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ad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minim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veniam,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43" dirty="0">
                <a:latin typeface="Arial"/>
                <a:cs typeface="Arial"/>
              </a:rPr>
              <a:t>quis</a:t>
            </a:r>
            <a:r>
              <a:rPr sz="3116" spc="1074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nostrud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exerci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tation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ullamcorper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suscipit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lobortis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nisl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aliquip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54" dirty="0">
                <a:latin typeface="Arial"/>
                <a:cs typeface="Arial"/>
              </a:rPr>
              <a:t>ex </a:t>
            </a:r>
            <a:r>
              <a:rPr sz="3116" dirty="0">
                <a:latin typeface="Arial"/>
                <a:cs typeface="Arial"/>
              </a:rPr>
              <a:t>ea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43" dirty="0">
                <a:latin typeface="Arial"/>
                <a:cs typeface="Arial"/>
              </a:rPr>
              <a:t>commodo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consequat.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Duis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autem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vel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eum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iriure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dolor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54" dirty="0">
                <a:latin typeface="Arial"/>
                <a:cs typeface="Arial"/>
              </a:rPr>
              <a:t>in </a:t>
            </a:r>
            <a:r>
              <a:rPr sz="3116" spc="-21" dirty="0">
                <a:latin typeface="Arial"/>
                <a:cs typeface="Arial"/>
              </a:rPr>
              <a:t>hendrerit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in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vulputate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velit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esse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molestie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consequat,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vel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illum dolore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eu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feugiat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nulla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facilisis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at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vero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eros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et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accumsan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et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iusto </a:t>
            </a:r>
            <a:r>
              <a:rPr sz="3116" dirty="0">
                <a:latin typeface="Arial"/>
                <a:cs typeface="Arial"/>
              </a:rPr>
              <a:t>odio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dignissim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qui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blandit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praesent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luptatum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zzril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delenit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augue </a:t>
            </a:r>
            <a:r>
              <a:rPr sz="3116" dirty="0">
                <a:latin typeface="Arial"/>
                <a:cs typeface="Arial"/>
              </a:rPr>
              <a:t>duis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dolore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te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feugait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nulla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facilisi.</a:t>
            </a:r>
            <a:endParaRPr sz="3116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575204" y="35254515"/>
            <a:ext cx="11476960" cy="4340213"/>
          </a:xfrm>
          <a:prstGeom prst="rect">
            <a:avLst/>
          </a:prstGeom>
        </p:spPr>
        <p:txBody>
          <a:bodyPr vert="horz" wrap="square" lIns="0" tIns="24561" rIns="0" bIns="0" rtlCol="0">
            <a:spAutoFit/>
          </a:bodyPr>
          <a:lstStyle/>
          <a:p>
            <a:pPr marL="27290" marR="10916">
              <a:spcBef>
                <a:spcPts val="193"/>
              </a:spcBef>
            </a:pPr>
            <a:r>
              <a:rPr sz="3116" dirty="0">
                <a:latin typeface="Arial"/>
                <a:cs typeface="Arial"/>
              </a:rPr>
              <a:t>Lorem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ipsum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dolor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sit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amet,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consectetuer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adipiscing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elit,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spc="-54" dirty="0">
                <a:latin typeface="Arial"/>
                <a:cs typeface="Arial"/>
              </a:rPr>
              <a:t>sed</a:t>
            </a:r>
            <a:r>
              <a:rPr sz="3116" spc="1074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diam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nonummy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nibh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euismod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tincidunt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laoreet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dolore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magna aliquam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erat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volutpat.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wisi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enim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ad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minim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veniam,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43" dirty="0">
                <a:latin typeface="Arial"/>
                <a:cs typeface="Arial"/>
              </a:rPr>
              <a:t>quis</a:t>
            </a:r>
            <a:r>
              <a:rPr sz="3116" spc="1074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nostrud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exerci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tation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ullamcorper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suscipit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lobortis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nisl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aliquip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54" dirty="0">
                <a:latin typeface="Arial"/>
                <a:cs typeface="Arial"/>
              </a:rPr>
              <a:t>ex </a:t>
            </a:r>
            <a:r>
              <a:rPr sz="3116" dirty="0">
                <a:latin typeface="Arial"/>
                <a:cs typeface="Arial"/>
              </a:rPr>
              <a:t>ea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43" dirty="0">
                <a:latin typeface="Arial"/>
                <a:cs typeface="Arial"/>
              </a:rPr>
              <a:t>commodo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consequat.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Duis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autem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vel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eum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iriure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dolor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54" dirty="0">
                <a:latin typeface="Arial"/>
                <a:cs typeface="Arial"/>
              </a:rPr>
              <a:t>in </a:t>
            </a:r>
            <a:r>
              <a:rPr sz="3116" spc="-21" dirty="0">
                <a:latin typeface="Arial"/>
                <a:cs typeface="Arial"/>
              </a:rPr>
              <a:t>hendrerit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in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vulputate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velit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esse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molestie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consequat,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vel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illum dolore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eu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feugiat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nulla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facilisis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at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vero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eros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et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accumsan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et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iusto </a:t>
            </a:r>
            <a:r>
              <a:rPr sz="3116" dirty="0">
                <a:latin typeface="Arial"/>
                <a:cs typeface="Arial"/>
              </a:rPr>
              <a:t>odio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dignissim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qui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blandit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praesent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luptatum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zzril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delenit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augue </a:t>
            </a:r>
            <a:r>
              <a:rPr sz="3116" dirty="0">
                <a:latin typeface="Arial"/>
                <a:cs typeface="Arial"/>
              </a:rPr>
              <a:t>duis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dolore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te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feugait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nulla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facilisi.</a:t>
            </a:r>
            <a:endParaRPr sz="3116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575204" y="20634624"/>
            <a:ext cx="11476960" cy="2901742"/>
          </a:xfrm>
          <a:prstGeom prst="rect">
            <a:avLst/>
          </a:prstGeom>
        </p:spPr>
        <p:txBody>
          <a:bodyPr vert="horz" wrap="square" lIns="0" tIns="24561" rIns="0" bIns="0" rtlCol="0">
            <a:spAutoFit/>
          </a:bodyPr>
          <a:lstStyle/>
          <a:p>
            <a:pPr marL="27290" marR="10916">
              <a:spcBef>
                <a:spcPts val="193"/>
              </a:spcBef>
            </a:pPr>
            <a:r>
              <a:rPr sz="3116" dirty="0">
                <a:latin typeface="Arial"/>
                <a:cs typeface="Arial"/>
              </a:rPr>
              <a:t>Lorem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ipsum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dolor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sit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amet,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consectetuer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adipiscing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elit,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spc="-54" dirty="0">
                <a:latin typeface="Arial"/>
                <a:cs typeface="Arial"/>
              </a:rPr>
              <a:t>sed</a:t>
            </a:r>
            <a:r>
              <a:rPr sz="3116" spc="1074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diam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nonummy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nibh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euismod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tincidunt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laoreet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dolore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magna aliquam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erat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volutpat.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wisi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enim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ad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minim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veniam,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43" dirty="0">
                <a:latin typeface="Arial"/>
                <a:cs typeface="Arial"/>
              </a:rPr>
              <a:t>quis</a:t>
            </a:r>
            <a:r>
              <a:rPr sz="3116" spc="1074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nostrud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exerci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tation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ullamcorper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suscipit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lobortis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nisl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aliquip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54" dirty="0">
                <a:latin typeface="Arial"/>
                <a:cs typeface="Arial"/>
              </a:rPr>
              <a:t>ex </a:t>
            </a:r>
            <a:r>
              <a:rPr sz="3116" dirty="0">
                <a:latin typeface="Arial"/>
                <a:cs typeface="Arial"/>
              </a:rPr>
              <a:t>ea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43" dirty="0">
                <a:latin typeface="Arial"/>
                <a:cs typeface="Arial"/>
              </a:rPr>
              <a:t>commodo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consequat.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Duis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autem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vel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eum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iriure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dolor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54" dirty="0">
                <a:latin typeface="Arial"/>
                <a:cs typeface="Arial"/>
              </a:rPr>
              <a:t>in </a:t>
            </a:r>
            <a:r>
              <a:rPr sz="3116" spc="-21" dirty="0">
                <a:latin typeface="Arial"/>
                <a:cs typeface="Arial"/>
              </a:rPr>
              <a:t>hendrerit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in</a:t>
            </a:r>
            <a:r>
              <a:rPr sz="3116" spc="-86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vulputate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velit</a:t>
            </a:r>
            <a:r>
              <a:rPr sz="3116" spc="-86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esse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molestie</a:t>
            </a:r>
            <a:r>
              <a:rPr sz="3116" spc="-86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consequat.</a:t>
            </a:r>
            <a:endParaRPr sz="3116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575203" y="30273342"/>
            <a:ext cx="11270918" cy="983781"/>
          </a:xfrm>
          <a:prstGeom prst="rect">
            <a:avLst/>
          </a:prstGeom>
        </p:spPr>
        <p:txBody>
          <a:bodyPr vert="horz" wrap="square" lIns="0" tIns="24561" rIns="0" bIns="0" rtlCol="0">
            <a:spAutoFit/>
          </a:bodyPr>
          <a:lstStyle/>
          <a:p>
            <a:pPr marL="255159" marR="10916" indent="-229234">
              <a:spcBef>
                <a:spcPts val="193"/>
              </a:spcBef>
              <a:buChar char="•"/>
              <a:tabLst>
                <a:tab pos="255159" algn="l"/>
              </a:tabLst>
            </a:pPr>
            <a:r>
              <a:rPr sz="3116" dirty="0">
                <a:latin typeface="Arial"/>
                <a:cs typeface="Arial"/>
              </a:rPr>
              <a:t>Lorem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ipsum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dolor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sit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amet,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consectetuer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adipiscing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elit,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spc="-54" dirty="0">
                <a:latin typeface="Arial"/>
                <a:cs typeface="Arial"/>
              </a:rPr>
              <a:t>sed </a:t>
            </a:r>
            <a:r>
              <a:rPr sz="3116" dirty="0">
                <a:latin typeface="Arial"/>
                <a:cs typeface="Arial"/>
              </a:rPr>
              <a:t>diam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nonummy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nibh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euismod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tincidunt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laoreet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dolore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magna</a:t>
            </a:r>
            <a:endParaRPr sz="3116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575203" y="31690685"/>
            <a:ext cx="11180860" cy="983781"/>
          </a:xfrm>
          <a:prstGeom prst="rect">
            <a:avLst/>
          </a:prstGeom>
        </p:spPr>
        <p:txBody>
          <a:bodyPr vert="horz" wrap="square" lIns="0" tIns="24561" rIns="0" bIns="0" rtlCol="0">
            <a:spAutoFit/>
          </a:bodyPr>
          <a:lstStyle/>
          <a:p>
            <a:pPr marL="255159" marR="10916" indent="-229234">
              <a:spcBef>
                <a:spcPts val="193"/>
              </a:spcBef>
              <a:buChar char="•"/>
              <a:tabLst>
                <a:tab pos="255159" algn="l"/>
              </a:tabLst>
            </a:pPr>
            <a:r>
              <a:rPr sz="3116" spc="-21" dirty="0">
                <a:latin typeface="Arial"/>
                <a:cs typeface="Arial"/>
              </a:rPr>
              <a:t>aliquam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erat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volutpat.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wisi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enim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ad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minim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veniam,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43" dirty="0">
                <a:latin typeface="Arial"/>
                <a:cs typeface="Arial"/>
              </a:rPr>
              <a:t>quis </a:t>
            </a:r>
            <a:r>
              <a:rPr sz="3116" spc="-21" dirty="0">
                <a:latin typeface="Arial"/>
                <a:cs typeface="Arial"/>
              </a:rPr>
              <a:t>nostrud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exerci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tation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ullamcorper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suscipit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lobortis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nisl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aliquip</a:t>
            </a:r>
            <a:endParaRPr sz="3116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575204" y="33108028"/>
            <a:ext cx="11094895" cy="983781"/>
          </a:xfrm>
          <a:prstGeom prst="rect">
            <a:avLst/>
          </a:prstGeom>
        </p:spPr>
        <p:txBody>
          <a:bodyPr vert="horz" wrap="square" lIns="0" tIns="24561" rIns="0" bIns="0" rtlCol="0">
            <a:spAutoFit/>
          </a:bodyPr>
          <a:lstStyle/>
          <a:p>
            <a:pPr marL="255159" marR="10916" indent="-229234">
              <a:spcBef>
                <a:spcPts val="193"/>
              </a:spcBef>
              <a:buChar char="•"/>
              <a:tabLst>
                <a:tab pos="255159" algn="l"/>
              </a:tabLst>
            </a:pPr>
            <a:r>
              <a:rPr sz="3116" dirty="0">
                <a:latin typeface="Arial"/>
                <a:cs typeface="Arial"/>
              </a:rPr>
              <a:t>ex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ea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spc="-43" dirty="0">
                <a:latin typeface="Arial"/>
                <a:cs typeface="Arial"/>
              </a:rPr>
              <a:t>commodo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consequat.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Duis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autem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vel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eum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iriure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dolor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spc="-54" dirty="0">
                <a:latin typeface="Arial"/>
                <a:cs typeface="Arial"/>
              </a:rPr>
              <a:t>in </a:t>
            </a:r>
            <a:r>
              <a:rPr sz="3116" spc="-21" dirty="0">
                <a:latin typeface="Arial"/>
                <a:cs typeface="Arial"/>
              </a:rPr>
              <a:t>hendrerit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in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vulputate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velit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esse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molestie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consequat,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vel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illum</a:t>
            </a:r>
            <a:endParaRPr sz="3116">
              <a:latin typeface="Arial"/>
              <a:cs typeface="Arial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body" idx="1"/>
          </p:nvPr>
        </p:nvSpPr>
        <p:spPr>
          <a:xfrm>
            <a:off x="14453274" y="13011224"/>
            <a:ext cx="15783032" cy="13327673"/>
          </a:xfrm>
          <a:prstGeom prst="rect">
            <a:avLst/>
          </a:prstGeom>
        </p:spPr>
        <p:txBody>
          <a:bodyPr vert="horz" wrap="square" lIns="0" tIns="24561" rIns="0" bIns="0" rtlCol="0">
            <a:spAutoFit/>
          </a:bodyPr>
          <a:lstStyle/>
          <a:p>
            <a:pPr marL="27290" marR="51851">
              <a:spcBef>
                <a:spcPts val="193"/>
              </a:spcBef>
            </a:pPr>
            <a:r>
              <a:rPr dirty="0"/>
              <a:t>Lorem</a:t>
            </a:r>
            <a:r>
              <a:rPr spc="-140" dirty="0"/>
              <a:t> </a:t>
            </a:r>
            <a:r>
              <a:rPr dirty="0"/>
              <a:t>ipsum</a:t>
            </a:r>
            <a:r>
              <a:rPr spc="-140" dirty="0"/>
              <a:t> </a:t>
            </a:r>
            <a:r>
              <a:rPr dirty="0"/>
              <a:t>dolor</a:t>
            </a:r>
            <a:r>
              <a:rPr spc="-140" dirty="0"/>
              <a:t> </a:t>
            </a:r>
            <a:r>
              <a:rPr dirty="0"/>
              <a:t>sit</a:t>
            </a:r>
            <a:r>
              <a:rPr spc="-140" dirty="0"/>
              <a:t> </a:t>
            </a:r>
            <a:r>
              <a:rPr dirty="0"/>
              <a:t>amet,</a:t>
            </a:r>
            <a:r>
              <a:rPr spc="-129" dirty="0"/>
              <a:t> </a:t>
            </a:r>
            <a:r>
              <a:rPr dirty="0"/>
              <a:t>consectetuer</a:t>
            </a:r>
            <a:r>
              <a:rPr spc="-140" dirty="0"/>
              <a:t> </a:t>
            </a:r>
            <a:r>
              <a:rPr spc="-21" dirty="0"/>
              <a:t>adipiscing</a:t>
            </a:r>
            <a:r>
              <a:rPr spc="-140" dirty="0"/>
              <a:t> </a:t>
            </a:r>
            <a:r>
              <a:rPr dirty="0"/>
              <a:t>elit,</a:t>
            </a:r>
            <a:r>
              <a:rPr spc="-140" dirty="0"/>
              <a:t> </a:t>
            </a:r>
            <a:r>
              <a:rPr dirty="0"/>
              <a:t>sed</a:t>
            </a:r>
            <a:r>
              <a:rPr spc="-129" dirty="0"/>
              <a:t> </a:t>
            </a:r>
            <a:r>
              <a:rPr dirty="0"/>
              <a:t>diam</a:t>
            </a:r>
            <a:r>
              <a:rPr spc="-140" dirty="0"/>
              <a:t> </a:t>
            </a:r>
            <a:r>
              <a:rPr spc="-21" dirty="0"/>
              <a:t>nonummy</a:t>
            </a:r>
            <a:r>
              <a:rPr spc="-140" dirty="0"/>
              <a:t> </a:t>
            </a:r>
            <a:r>
              <a:rPr dirty="0"/>
              <a:t>nibh</a:t>
            </a:r>
            <a:r>
              <a:rPr spc="-140" dirty="0"/>
              <a:t> </a:t>
            </a:r>
            <a:r>
              <a:rPr spc="-21" dirty="0"/>
              <a:t>euismod </a:t>
            </a:r>
            <a:r>
              <a:rPr dirty="0"/>
              <a:t>tincidunt</a:t>
            </a:r>
            <a:r>
              <a:rPr spc="-118" dirty="0"/>
              <a:t> </a:t>
            </a:r>
            <a:r>
              <a:rPr dirty="0"/>
              <a:t>ut</a:t>
            </a:r>
            <a:r>
              <a:rPr spc="-118" dirty="0"/>
              <a:t> </a:t>
            </a:r>
            <a:r>
              <a:rPr dirty="0"/>
              <a:t>laoreet</a:t>
            </a:r>
            <a:r>
              <a:rPr spc="-118" dirty="0"/>
              <a:t> </a:t>
            </a:r>
            <a:r>
              <a:rPr spc="-21" dirty="0"/>
              <a:t>dolore</a:t>
            </a:r>
            <a:r>
              <a:rPr spc="-107" dirty="0"/>
              <a:t> </a:t>
            </a:r>
            <a:r>
              <a:rPr spc="-21" dirty="0"/>
              <a:t>magna</a:t>
            </a:r>
            <a:r>
              <a:rPr spc="-118" dirty="0"/>
              <a:t> </a:t>
            </a:r>
            <a:r>
              <a:rPr spc="-21" dirty="0"/>
              <a:t>aliquam</a:t>
            </a:r>
            <a:r>
              <a:rPr spc="-118" dirty="0"/>
              <a:t> </a:t>
            </a:r>
            <a:r>
              <a:rPr dirty="0"/>
              <a:t>erat</a:t>
            </a:r>
            <a:r>
              <a:rPr spc="-118" dirty="0"/>
              <a:t> </a:t>
            </a:r>
            <a:r>
              <a:rPr dirty="0"/>
              <a:t>volutpat.</a:t>
            </a:r>
            <a:r>
              <a:rPr spc="-107" dirty="0"/>
              <a:t> </a:t>
            </a:r>
            <a:r>
              <a:rPr dirty="0"/>
              <a:t>Ut</a:t>
            </a:r>
            <a:r>
              <a:rPr spc="-118" dirty="0"/>
              <a:t> </a:t>
            </a:r>
            <a:r>
              <a:rPr dirty="0"/>
              <a:t>wisi</a:t>
            </a:r>
            <a:r>
              <a:rPr spc="-118" dirty="0"/>
              <a:t> </a:t>
            </a:r>
            <a:r>
              <a:rPr dirty="0"/>
              <a:t>enim</a:t>
            </a:r>
            <a:r>
              <a:rPr spc="-118" dirty="0"/>
              <a:t> </a:t>
            </a:r>
            <a:r>
              <a:rPr dirty="0"/>
              <a:t>ad</a:t>
            </a:r>
            <a:r>
              <a:rPr spc="-107" dirty="0"/>
              <a:t> </a:t>
            </a:r>
            <a:r>
              <a:rPr dirty="0"/>
              <a:t>minim</a:t>
            </a:r>
            <a:r>
              <a:rPr spc="-118" dirty="0"/>
              <a:t> </a:t>
            </a:r>
            <a:r>
              <a:rPr dirty="0"/>
              <a:t>veniam,</a:t>
            </a:r>
            <a:r>
              <a:rPr spc="-118" dirty="0"/>
              <a:t> </a:t>
            </a:r>
            <a:r>
              <a:rPr spc="-43" dirty="0"/>
              <a:t>quis </a:t>
            </a:r>
            <a:r>
              <a:rPr spc="-21" dirty="0"/>
              <a:t>nostrud</a:t>
            </a:r>
            <a:r>
              <a:rPr spc="-118" dirty="0"/>
              <a:t> </a:t>
            </a:r>
            <a:r>
              <a:rPr dirty="0"/>
              <a:t>exerci</a:t>
            </a:r>
            <a:r>
              <a:rPr spc="-118" dirty="0"/>
              <a:t> </a:t>
            </a:r>
            <a:r>
              <a:rPr dirty="0"/>
              <a:t>tation</a:t>
            </a:r>
            <a:r>
              <a:rPr spc="-107" dirty="0"/>
              <a:t> </a:t>
            </a:r>
            <a:r>
              <a:rPr spc="-21" dirty="0"/>
              <a:t>ullamcorper</a:t>
            </a:r>
            <a:r>
              <a:rPr spc="-118" dirty="0"/>
              <a:t> </a:t>
            </a:r>
            <a:r>
              <a:rPr dirty="0"/>
              <a:t>suscipit</a:t>
            </a:r>
            <a:r>
              <a:rPr spc="-107" dirty="0"/>
              <a:t> </a:t>
            </a:r>
            <a:r>
              <a:rPr dirty="0"/>
              <a:t>lobortis</a:t>
            </a:r>
            <a:r>
              <a:rPr spc="-118" dirty="0"/>
              <a:t> </a:t>
            </a:r>
            <a:r>
              <a:rPr dirty="0"/>
              <a:t>nisl</a:t>
            </a:r>
            <a:r>
              <a:rPr spc="-107" dirty="0"/>
              <a:t> </a:t>
            </a:r>
            <a:r>
              <a:rPr dirty="0"/>
              <a:t>ut</a:t>
            </a:r>
            <a:r>
              <a:rPr spc="-118" dirty="0"/>
              <a:t> </a:t>
            </a:r>
            <a:r>
              <a:rPr spc="-21" dirty="0"/>
              <a:t>aliquip</a:t>
            </a:r>
            <a:r>
              <a:rPr spc="-107" dirty="0"/>
              <a:t> </a:t>
            </a:r>
            <a:r>
              <a:rPr dirty="0"/>
              <a:t>ex</a:t>
            </a:r>
            <a:r>
              <a:rPr spc="-118" dirty="0"/>
              <a:t> </a:t>
            </a:r>
            <a:r>
              <a:rPr dirty="0"/>
              <a:t>ea</a:t>
            </a:r>
            <a:r>
              <a:rPr spc="-107" dirty="0"/>
              <a:t> </a:t>
            </a:r>
            <a:r>
              <a:rPr spc="-43" dirty="0"/>
              <a:t>commodo</a:t>
            </a:r>
            <a:r>
              <a:rPr spc="-118" dirty="0"/>
              <a:t> </a:t>
            </a:r>
            <a:r>
              <a:rPr spc="-21" dirty="0"/>
              <a:t>consequat. </a:t>
            </a:r>
            <a:r>
              <a:rPr dirty="0"/>
              <a:t>Duis</a:t>
            </a:r>
            <a:r>
              <a:rPr spc="-118" dirty="0"/>
              <a:t> </a:t>
            </a:r>
            <a:r>
              <a:rPr dirty="0"/>
              <a:t>autem</a:t>
            </a:r>
            <a:r>
              <a:rPr spc="-107" dirty="0"/>
              <a:t> </a:t>
            </a:r>
            <a:r>
              <a:rPr dirty="0"/>
              <a:t>vel</a:t>
            </a:r>
            <a:r>
              <a:rPr spc="-107" dirty="0"/>
              <a:t> </a:t>
            </a:r>
            <a:r>
              <a:rPr dirty="0"/>
              <a:t>eum</a:t>
            </a:r>
            <a:r>
              <a:rPr spc="-107" dirty="0"/>
              <a:t> </a:t>
            </a:r>
            <a:r>
              <a:rPr dirty="0"/>
              <a:t>iriure</a:t>
            </a:r>
            <a:r>
              <a:rPr spc="-107" dirty="0"/>
              <a:t> </a:t>
            </a:r>
            <a:r>
              <a:rPr dirty="0"/>
              <a:t>dolor</a:t>
            </a:r>
            <a:r>
              <a:rPr spc="-107" dirty="0"/>
              <a:t> </a:t>
            </a:r>
            <a:r>
              <a:rPr dirty="0"/>
              <a:t>in</a:t>
            </a:r>
            <a:r>
              <a:rPr spc="-107" dirty="0"/>
              <a:t> </a:t>
            </a:r>
            <a:r>
              <a:rPr spc="-21" dirty="0"/>
              <a:t>hendrerit</a:t>
            </a:r>
            <a:r>
              <a:rPr spc="-107" dirty="0"/>
              <a:t> </a:t>
            </a:r>
            <a:r>
              <a:rPr dirty="0"/>
              <a:t>in</a:t>
            </a:r>
            <a:r>
              <a:rPr spc="-107" dirty="0"/>
              <a:t> </a:t>
            </a:r>
            <a:r>
              <a:rPr spc="-21" dirty="0"/>
              <a:t>vulputate</a:t>
            </a:r>
            <a:r>
              <a:rPr spc="-107" dirty="0"/>
              <a:t> </a:t>
            </a:r>
            <a:r>
              <a:rPr dirty="0"/>
              <a:t>velit</a:t>
            </a:r>
            <a:r>
              <a:rPr spc="-107" dirty="0"/>
              <a:t> </a:t>
            </a:r>
            <a:r>
              <a:rPr dirty="0"/>
              <a:t>esse</a:t>
            </a:r>
            <a:r>
              <a:rPr spc="-107" dirty="0"/>
              <a:t> </a:t>
            </a:r>
            <a:r>
              <a:rPr dirty="0"/>
              <a:t>molestie</a:t>
            </a:r>
            <a:r>
              <a:rPr spc="-107" dirty="0"/>
              <a:t> </a:t>
            </a:r>
            <a:r>
              <a:rPr dirty="0"/>
              <a:t>consequat,</a:t>
            </a:r>
            <a:r>
              <a:rPr spc="-107" dirty="0"/>
              <a:t> </a:t>
            </a:r>
            <a:r>
              <a:rPr spc="-54" dirty="0"/>
              <a:t>vel </a:t>
            </a:r>
            <a:r>
              <a:rPr dirty="0"/>
              <a:t>illum</a:t>
            </a:r>
            <a:r>
              <a:rPr spc="-107" dirty="0"/>
              <a:t> </a:t>
            </a:r>
            <a:r>
              <a:rPr spc="-21" dirty="0"/>
              <a:t>dolore</a:t>
            </a:r>
            <a:r>
              <a:rPr spc="-107" dirty="0"/>
              <a:t> </a:t>
            </a:r>
            <a:r>
              <a:rPr dirty="0"/>
              <a:t>eu</a:t>
            </a:r>
            <a:r>
              <a:rPr spc="-107" dirty="0"/>
              <a:t> </a:t>
            </a:r>
            <a:r>
              <a:rPr dirty="0"/>
              <a:t>feugiat</a:t>
            </a:r>
            <a:r>
              <a:rPr spc="-97" dirty="0"/>
              <a:t> </a:t>
            </a:r>
            <a:r>
              <a:rPr dirty="0"/>
              <a:t>nulla</a:t>
            </a:r>
            <a:r>
              <a:rPr spc="-107" dirty="0"/>
              <a:t> </a:t>
            </a:r>
            <a:r>
              <a:rPr dirty="0"/>
              <a:t>facilisis</a:t>
            </a:r>
            <a:r>
              <a:rPr spc="-107" dirty="0"/>
              <a:t> </a:t>
            </a:r>
            <a:r>
              <a:rPr dirty="0"/>
              <a:t>at</a:t>
            </a:r>
            <a:r>
              <a:rPr spc="-107" dirty="0"/>
              <a:t> </a:t>
            </a:r>
            <a:r>
              <a:rPr dirty="0"/>
              <a:t>vero</a:t>
            </a:r>
            <a:r>
              <a:rPr spc="-97" dirty="0"/>
              <a:t> </a:t>
            </a:r>
            <a:r>
              <a:rPr dirty="0"/>
              <a:t>eros</a:t>
            </a:r>
            <a:r>
              <a:rPr spc="-107" dirty="0"/>
              <a:t> </a:t>
            </a:r>
            <a:r>
              <a:rPr dirty="0"/>
              <a:t>et</a:t>
            </a:r>
            <a:r>
              <a:rPr spc="-107" dirty="0"/>
              <a:t> </a:t>
            </a:r>
            <a:r>
              <a:rPr spc="-21" dirty="0"/>
              <a:t>accumsan</a:t>
            </a:r>
            <a:r>
              <a:rPr spc="-107" dirty="0"/>
              <a:t> </a:t>
            </a:r>
            <a:r>
              <a:rPr dirty="0"/>
              <a:t>et</a:t>
            </a:r>
            <a:r>
              <a:rPr spc="-97" dirty="0"/>
              <a:t> </a:t>
            </a:r>
            <a:r>
              <a:rPr dirty="0"/>
              <a:t>iusto</a:t>
            </a:r>
            <a:r>
              <a:rPr spc="-107" dirty="0"/>
              <a:t> </a:t>
            </a:r>
            <a:r>
              <a:rPr dirty="0"/>
              <a:t>odio</a:t>
            </a:r>
            <a:r>
              <a:rPr spc="-107" dirty="0"/>
              <a:t> </a:t>
            </a:r>
            <a:r>
              <a:rPr spc="-21" dirty="0"/>
              <a:t>dignissim</a:t>
            </a:r>
            <a:r>
              <a:rPr spc="-97" dirty="0"/>
              <a:t> </a:t>
            </a:r>
            <a:r>
              <a:rPr spc="-54" dirty="0"/>
              <a:t>qui </a:t>
            </a:r>
            <a:r>
              <a:rPr dirty="0"/>
              <a:t>blandit</a:t>
            </a:r>
            <a:r>
              <a:rPr spc="-140" dirty="0"/>
              <a:t> </a:t>
            </a:r>
            <a:r>
              <a:rPr spc="-21" dirty="0"/>
              <a:t>praesent</a:t>
            </a:r>
            <a:r>
              <a:rPr spc="-129" dirty="0"/>
              <a:t> </a:t>
            </a:r>
            <a:r>
              <a:rPr dirty="0"/>
              <a:t>luptatum</a:t>
            </a:r>
            <a:r>
              <a:rPr spc="-129" dirty="0"/>
              <a:t> </a:t>
            </a:r>
            <a:r>
              <a:rPr dirty="0"/>
              <a:t>zzril</a:t>
            </a:r>
            <a:r>
              <a:rPr spc="-129" dirty="0"/>
              <a:t> </a:t>
            </a:r>
            <a:r>
              <a:rPr dirty="0"/>
              <a:t>delenit</a:t>
            </a:r>
            <a:r>
              <a:rPr spc="-129" dirty="0"/>
              <a:t> </a:t>
            </a:r>
            <a:r>
              <a:rPr spc="-21" dirty="0"/>
              <a:t>augue</a:t>
            </a:r>
            <a:r>
              <a:rPr spc="-129" dirty="0"/>
              <a:t> </a:t>
            </a:r>
            <a:r>
              <a:rPr dirty="0"/>
              <a:t>duis</a:t>
            </a:r>
            <a:r>
              <a:rPr spc="-140" dirty="0"/>
              <a:t> </a:t>
            </a:r>
            <a:r>
              <a:rPr spc="-21" dirty="0"/>
              <a:t>dolore</a:t>
            </a:r>
            <a:r>
              <a:rPr spc="-129" dirty="0"/>
              <a:t> </a:t>
            </a:r>
            <a:r>
              <a:rPr dirty="0"/>
              <a:t>te</a:t>
            </a:r>
            <a:r>
              <a:rPr spc="-129" dirty="0"/>
              <a:t> </a:t>
            </a:r>
            <a:r>
              <a:rPr dirty="0"/>
              <a:t>feugait</a:t>
            </a:r>
            <a:r>
              <a:rPr spc="-129" dirty="0"/>
              <a:t> </a:t>
            </a:r>
            <a:r>
              <a:rPr dirty="0"/>
              <a:t>nulla</a:t>
            </a:r>
            <a:r>
              <a:rPr spc="-129" dirty="0"/>
              <a:t> </a:t>
            </a:r>
            <a:r>
              <a:rPr spc="-21" dirty="0"/>
              <a:t>facilisi.</a:t>
            </a:r>
          </a:p>
          <a:p>
            <a:pPr marL="27290" marR="10916">
              <a:lnSpc>
                <a:spcPts val="3717"/>
              </a:lnSpc>
              <a:spcBef>
                <a:spcPts val="32"/>
              </a:spcBef>
            </a:pPr>
            <a:r>
              <a:rPr dirty="0"/>
              <a:t>Lorem</a:t>
            </a:r>
            <a:r>
              <a:rPr spc="-129" dirty="0"/>
              <a:t> </a:t>
            </a:r>
            <a:r>
              <a:rPr dirty="0"/>
              <a:t>ipsum</a:t>
            </a:r>
            <a:r>
              <a:rPr spc="-129" dirty="0"/>
              <a:t> </a:t>
            </a:r>
            <a:r>
              <a:rPr dirty="0"/>
              <a:t>dolor</a:t>
            </a:r>
            <a:r>
              <a:rPr spc="-129" dirty="0"/>
              <a:t> </a:t>
            </a:r>
            <a:r>
              <a:rPr dirty="0"/>
              <a:t>sit</a:t>
            </a:r>
            <a:r>
              <a:rPr spc="-129" dirty="0"/>
              <a:t> </a:t>
            </a:r>
            <a:r>
              <a:rPr dirty="0"/>
              <a:t>amet,</a:t>
            </a:r>
            <a:r>
              <a:rPr spc="-129" dirty="0"/>
              <a:t> </a:t>
            </a:r>
            <a:r>
              <a:rPr dirty="0"/>
              <a:t>cons</a:t>
            </a:r>
            <a:r>
              <a:rPr spc="-129" dirty="0"/>
              <a:t> </a:t>
            </a:r>
            <a:r>
              <a:rPr dirty="0"/>
              <a:t>ectetuer</a:t>
            </a:r>
            <a:r>
              <a:rPr spc="-118" dirty="0"/>
              <a:t> </a:t>
            </a:r>
            <a:r>
              <a:rPr spc="-21" dirty="0"/>
              <a:t>adipiscing</a:t>
            </a:r>
            <a:r>
              <a:rPr spc="-129" dirty="0"/>
              <a:t> </a:t>
            </a:r>
            <a:r>
              <a:rPr dirty="0"/>
              <a:t>elit,</a:t>
            </a:r>
            <a:r>
              <a:rPr spc="-129" dirty="0"/>
              <a:t> </a:t>
            </a:r>
            <a:r>
              <a:rPr dirty="0"/>
              <a:t>sed</a:t>
            </a:r>
            <a:r>
              <a:rPr spc="-129" dirty="0"/>
              <a:t> </a:t>
            </a:r>
            <a:r>
              <a:rPr dirty="0"/>
              <a:t>diam</a:t>
            </a:r>
            <a:r>
              <a:rPr spc="-129" dirty="0"/>
              <a:t> </a:t>
            </a:r>
            <a:r>
              <a:rPr spc="-21" dirty="0"/>
              <a:t>nonummy</a:t>
            </a:r>
            <a:r>
              <a:rPr spc="-129" dirty="0"/>
              <a:t> </a:t>
            </a:r>
            <a:r>
              <a:rPr dirty="0"/>
              <a:t>nibh</a:t>
            </a:r>
            <a:r>
              <a:rPr spc="-129" dirty="0"/>
              <a:t> </a:t>
            </a:r>
            <a:r>
              <a:rPr spc="-21" dirty="0"/>
              <a:t>euismod </a:t>
            </a:r>
            <a:r>
              <a:rPr dirty="0"/>
              <a:t>tincidunt</a:t>
            </a:r>
            <a:r>
              <a:rPr spc="-118" dirty="0"/>
              <a:t> </a:t>
            </a:r>
            <a:r>
              <a:rPr dirty="0"/>
              <a:t>ut</a:t>
            </a:r>
            <a:r>
              <a:rPr spc="-118" dirty="0"/>
              <a:t> </a:t>
            </a:r>
            <a:r>
              <a:rPr dirty="0"/>
              <a:t>laoreet</a:t>
            </a:r>
            <a:r>
              <a:rPr spc="-118" dirty="0"/>
              <a:t> </a:t>
            </a:r>
            <a:r>
              <a:rPr spc="-21" dirty="0"/>
              <a:t>dolore</a:t>
            </a:r>
            <a:r>
              <a:rPr spc="-107" dirty="0"/>
              <a:t> </a:t>
            </a:r>
            <a:r>
              <a:rPr spc="-21" dirty="0"/>
              <a:t>magna</a:t>
            </a:r>
            <a:r>
              <a:rPr spc="-118" dirty="0"/>
              <a:t> </a:t>
            </a:r>
            <a:r>
              <a:rPr spc="-21" dirty="0"/>
              <a:t>aliquam</a:t>
            </a:r>
            <a:r>
              <a:rPr spc="-118" dirty="0"/>
              <a:t> </a:t>
            </a:r>
            <a:r>
              <a:rPr dirty="0"/>
              <a:t>erat</a:t>
            </a:r>
            <a:r>
              <a:rPr spc="-118" dirty="0"/>
              <a:t> </a:t>
            </a:r>
            <a:r>
              <a:rPr dirty="0"/>
              <a:t>volutpat.</a:t>
            </a:r>
            <a:r>
              <a:rPr spc="-107" dirty="0"/>
              <a:t> </a:t>
            </a:r>
            <a:r>
              <a:rPr dirty="0"/>
              <a:t>Ut</a:t>
            </a:r>
            <a:r>
              <a:rPr spc="-118" dirty="0"/>
              <a:t> </a:t>
            </a:r>
            <a:r>
              <a:rPr dirty="0"/>
              <a:t>wisi</a:t>
            </a:r>
            <a:r>
              <a:rPr spc="-118" dirty="0"/>
              <a:t> </a:t>
            </a:r>
            <a:r>
              <a:rPr dirty="0"/>
              <a:t>enim</a:t>
            </a:r>
            <a:r>
              <a:rPr spc="-118" dirty="0"/>
              <a:t> </a:t>
            </a:r>
            <a:r>
              <a:rPr dirty="0"/>
              <a:t>ad</a:t>
            </a:r>
            <a:r>
              <a:rPr spc="-107" dirty="0"/>
              <a:t> </a:t>
            </a:r>
            <a:r>
              <a:rPr dirty="0"/>
              <a:t>minim</a:t>
            </a:r>
            <a:r>
              <a:rPr spc="-118" dirty="0"/>
              <a:t> </a:t>
            </a:r>
            <a:r>
              <a:rPr dirty="0"/>
              <a:t>veniam,</a:t>
            </a:r>
            <a:r>
              <a:rPr spc="-118" dirty="0"/>
              <a:t> </a:t>
            </a:r>
            <a:r>
              <a:rPr spc="-43" dirty="0"/>
              <a:t>quis </a:t>
            </a:r>
            <a:r>
              <a:rPr spc="-21" dirty="0"/>
              <a:t>nostrud</a:t>
            </a:r>
            <a:r>
              <a:rPr spc="-118" dirty="0"/>
              <a:t> </a:t>
            </a:r>
            <a:r>
              <a:rPr dirty="0"/>
              <a:t>exerci</a:t>
            </a:r>
            <a:r>
              <a:rPr spc="-118" dirty="0"/>
              <a:t> </a:t>
            </a:r>
            <a:r>
              <a:rPr dirty="0"/>
              <a:t>tation</a:t>
            </a:r>
            <a:r>
              <a:rPr spc="-107" dirty="0"/>
              <a:t> </a:t>
            </a:r>
            <a:r>
              <a:rPr spc="-21" dirty="0"/>
              <a:t>ullamcorper</a:t>
            </a:r>
            <a:r>
              <a:rPr spc="-118" dirty="0"/>
              <a:t> </a:t>
            </a:r>
            <a:r>
              <a:rPr dirty="0"/>
              <a:t>suscipit</a:t>
            </a:r>
            <a:r>
              <a:rPr spc="-107" dirty="0"/>
              <a:t> </a:t>
            </a:r>
            <a:r>
              <a:rPr dirty="0"/>
              <a:t>lobortis</a:t>
            </a:r>
            <a:r>
              <a:rPr spc="-118" dirty="0"/>
              <a:t> </a:t>
            </a:r>
            <a:r>
              <a:rPr dirty="0"/>
              <a:t>nisl</a:t>
            </a:r>
            <a:r>
              <a:rPr spc="-107" dirty="0"/>
              <a:t> </a:t>
            </a:r>
            <a:r>
              <a:rPr dirty="0"/>
              <a:t>ut</a:t>
            </a:r>
            <a:r>
              <a:rPr spc="-118" dirty="0"/>
              <a:t> </a:t>
            </a:r>
            <a:r>
              <a:rPr spc="-21" dirty="0"/>
              <a:t>aliquip</a:t>
            </a:r>
            <a:r>
              <a:rPr spc="-107" dirty="0"/>
              <a:t> </a:t>
            </a:r>
            <a:r>
              <a:rPr dirty="0"/>
              <a:t>ex</a:t>
            </a:r>
            <a:r>
              <a:rPr spc="-118" dirty="0"/>
              <a:t> </a:t>
            </a:r>
            <a:r>
              <a:rPr dirty="0"/>
              <a:t>ea</a:t>
            </a:r>
            <a:r>
              <a:rPr spc="-107" dirty="0"/>
              <a:t> </a:t>
            </a:r>
            <a:r>
              <a:rPr spc="-43" dirty="0"/>
              <a:t>commodo</a:t>
            </a:r>
            <a:r>
              <a:rPr spc="-118" dirty="0"/>
              <a:t> </a:t>
            </a:r>
            <a:r>
              <a:rPr spc="-21" dirty="0"/>
              <a:t>consequat. </a:t>
            </a:r>
            <a:r>
              <a:rPr dirty="0"/>
              <a:t>Lorem</a:t>
            </a:r>
            <a:r>
              <a:rPr spc="-140" dirty="0"/>
              <a:t> </a:t>
            </a:r>
            <a:r>
              <a:rPr dirty="0"/>
              <a:t>ipsum</a:t>
            </a:r>
            <a:r>
              <a:rPr spc="-140" dirty="0"/>
              <a:t> </a:t>
            </a:r>
            <a:r>
              <a:rPr dirty="0"/>
              <a:t>dolor</a:t>
            </a:r>
            <a:r>
              <a:rPr spc="-140" dirty="0"/>
              <a:t> </a:t>
            </a:r>
            <a:r>
              <a:rPr dirty="0"/>
              <a:t>sit</a:t>
            </a:r>
            <a:r>
              <a:rPr spc="-140" dirty="0"/>
              <a:t> </a:t>
            </a:r>
            <a:r>
              <a:rPr dirty="0"/>
              <a:t>amet,</a:t>
            </a:r>
            <a:r>
              <a:rPr spc="-129" dirty="0"/>
              <a:t> </a:t>
            </a:r>
            <a:r>
              <a:rPr dirty="0"/>
              <a:t>consectetuer</a:t>
            </a:r>
            <a:r>
              <a:rPr spc="-140" dirty="0"/>
              <a:t> </a:t>
            </a:r>
            <a:r>
              <a:rPr spc="-21" dirty="0"/>
              <a:t>adipiscing</a:t>
            </a:r>
            <a:r>
              <a:rPr spc="-140" dirty="0"/>
              <a:t> </a:t>
            </a:r>
            <a:r>
              <a:rPr dirty="0"/>
              <a:t>elit,</a:t>
            </a:r>
            <a:r>
              <a:rPr spc="-140" dirty="0"/>
              <a:t> </a:t>
            </a:r>
            <a:r>
              <a:rPr dirty="0"/>
              <a:t>sed</a:t>
            </a:r>
            <a:r>
              <a:rPr spc="-129" dirty="0"/>
              <a:t> </a:t>
            </a:r>
            <a:r>
              <a:rPr dirty="0"/>
              <a:t>diam</a:t>
            </a:r>
            <a:r>
              <a:rPr spc="-140" dirty="0"/>
              <a:t> </a:t>
            </a:r>
            <a:r>
              <a:rPr spc="-21" dirty="0"/>
              <a:t>nonummy</a:t>
            </a:r>
            <a:r>
              <a:rPr spc="-140" dirty="0"/>
              <a:t> </a:t>
            </a:r>
            <a:r>
              <a:rPr dirty="0"/>
              <a:t>nibh</a:t>
            </a:r>
            <a:r>
              <a:rPr spc="-140" dirty="0"/>
              <a:t> </a:t>
            </a:r>
            <a:r>
              <a:rPr spc="-21" dirty="0"/>
              <a:t>euismod </a:t>
            </a:r>
            <a:r>
              <a:rPr dirty="0"/>
              <a:t>tincidunt</a:t>
            </a:r>
            <a:r>
              <a:rPr spc="-118" dirty="0"/>
              <a:t> </a:t>
            </a:r>
            <a:r>
              <a:rPr dirty="0"/>
              <a:t>ut</a:t>
            </a:r>
            <a:r>
              <a:rPr spc="-118" dirty="0"/>
              <a:t> </a:t>
            </a:r>
            <a:r>
              <a:rPr dirty="0"/>
              <a:t>laoreet</a:t>
            </a:r>
            <a:r>
              <a:rPr spc="-118" dirty="0"/>
              <a:t> </a:t>
            </a:r>
            <a:r>
              <a:rPr spc="-21" dirty="0"/>
              <a:t>dolore</a:t>
            </a:r>
            <a:r>
              <a:rPr spc="-107" dirty="0"/>
              <a:t> </a:t>
            </a:r>
            <a:r>
              <a:rPr spc="-21" dirty="0"/>
              <a:t>magna</a:t>
            </a:r>
            <a:r>
              <a:rPr spc="-118" dirty="0"/>
              <a:t> </a:t>
            </a:r>
            <a:r>
              <a:rPr spc="-21" dirty="0"/>
              <a:t>aliquam</a:t>
            </a:r>
            <a:r>
              <a:rPr spc="-118" dirty="0"/>
              <a:t> </a:t>
            </a:r>
            <a:r>
              <a:rPr dirty="0"/>
              <a:t>erat</a:t>
            </a:r>
            <a:r>
              <a:rPr spc="-118" dirty="0"/>
              <a:t> </a:t>
            </a:r>
            <a:r>
              <a:rPr dirty="0"/>
              <a:t>volutpat.</a:t>
            </a:r>
            <a:r>
              <a:rPr spc="-107" dirty="0"/>
              <a:t> </a:t>
            </a:r>
            <a:r>
              <a:rPr dirty="0"/>
              <a:t>Ut</a:t>
            </a:r>
            <a:r>
              <a:rPr spc="-118" dirty="0"/>
              <a:t> </a:t>
            </a:r>
            <a:r>
              <a:rPr dirty="0"/>
              <a:t>wisi</a:t>
            </a:r>
            <a:r>
              <a:rPr spc="-118" dirty="0"/>
              <a:t> </a:t>
            </a:r>
            <a:r>
              <a:rPr dirty="0"/>
              <a:t>enim</a:t>
            </a:r>
            <a:r>
              <a:rPr spc="-118" dirty="0"/>
              <a:t> </a:t>
            </a:r>
            <a:r>
              <a:rPr dirty="0"/>
              <a:t>ad</a:t>
            </a:r>
            <a:r>
              <a:rPr spc="-107" dirty="0"/>
              <a:t> </a:t>
            </a:r>
            <a:r>
              <a:rPr dirty="0"/>
              <a:t>minim</a:t>
            </a:r>
            <a:r>
              <a:rPr spc="-118" dirty="0"/>
              <a:t> </a:t>
            </a:r>
            <a:r>
              <a:rPr dirty="0"/>
              <a:t>veniam,</a:t>
            </a:r>
            <a:r>
              <a:rPr spc="-118" dirty="0"/>
              <a:t> </a:t>
            </a:r>
            <a:r>
              <a:rPr spc="-43" dirty="0"/>
              <a:t>quis </a:t>
            </a:r>
            <a:r>
              <a:rPr spc="-21" dirty="0"/>
              <a:t>nostrud</a:t>
            </a:r>
            <a:r>
              <a:rPr spc="-118" dirty="0"/>
              <a:t> </a:t>
            </a:r>
            <a:r>
              <a:rPr dirty="0"/>
              <a:t>exerci</a:t>
            </a:r>
            <a:r>
              <a:rPr spc="-118" dirty="0"/>
              <a:t> </a:t>
            </a:r>
            <a:r>
              <a:rPr dirty="0"/>
              <a:t>tation</a:t>
            </a:r>
            <a:r>
              <a:rPr spc="-107" dirty="0"/>
              <a:t> </a:t>
            </a:r>
            <a:r>
              <a:rPr spc="-21" dirty="0"/>
              <a:t>ullamcorper</a:t>
            </a:r>
            <a:r>
              <a:rPr spc="-118" dirty="0"/>
              <a:t> </a:t>
            </a:r>
            <a:r>
              <a:rPr dirty="0"/>
              <a:t>suscipit</a:t>
            </a:r>
            <a:r>
              <a:rPr spc="-107" dirty="0"/>
              <a:t> </a:t>
            </a:r>
            <a:r>
              <a:rPr dirty="0"/>
              <a:t>lobortis</a:t>
            </a:r>
            <a:r>
              <a:rPr spc="-118" dirty="0"/>
              <a:t> </a:t>
            </a:r>
            <a:r>
              <a:rPr dirty="0"/>
              <a:t>nisl</a:t>
            </a:r>
            <a:r>
              <a:rPr spc="-107" dirty="0"/>
              <a:t> </a:t>
            </a:r>
            <a:r>
              <a:rPr dirty="0"/>
              <a:t>ut</a:t>
            </a:r>
            <a:r>
              <a:rPr spc="-118" dirty="0"/>
              <a:t> </a:t>
            </a:r>
            <a:r>
              <a:rPr spc="-21" dirty="0"/>
              <a:t>aliquip</a:t>
            </a:r>
            <a:r>
              <a:rPr spc="-107" dirty="0"/>
              <a:t> </a:t>
            </a:r>
            <a:r>
              <a:rPr dirty="0"/>
              <a:t>ex</a:t>
            </a:r>
            <a:r>
              <a:rPr spc="-118" dirty="0"/>
              <a:t> </a:t>
            </a:r>
            <a:r>
              <a:rPr dirty="0"/>
              <a:t>ea</a:t>
            </a:r>
            <a:r>
              <a:rPr spc="-107" dirty="0"/>
              <a:t> </a:t>
            </a:r>
            <a:r>
              <a:rPr spc="-43" dirty="0"/>
              <a:t>commodo</a:t>
            </a:r>
            <a:r>
              <a:rPr spc="-118" dirty="0"/>
              <a:t> </a:t>
            </a:r>
            <a:r>
              <a:rPr spc="-21" dirty="0"/>
              <a:t>consequat. </a:t>
            </a:r>
            <a:r>
              <a:rPr dirty="0"/>
              <a:t>Duis</a:t>
            </a:r>
            <a:r>
              <a:rPr spc="-118" dirty="0"/>
              <a:t> </a:t>
            </a:r>
            <a:r>
              <a:rPr dirty="0"/>
              <a:t>autem</a:t>
            </a:r>
            <a:r>
              <a:rPr spc="-107" dirty="0"/>
              <a:t> </a:t>
            </a:r>
            <a:r>
              <a:rPr dirty="0"/>
              <a:t>vel</a:t>
            </a:r>
            <a:r>
              <a:rPr spc="-107" dirty="0"/>
              <a:t> </a:t>
            </a:r>
            <a:r>
              <a:rPr dirty="0"/>
              <a:t>eum</a:t>
            </a:r>
            <a:r>
              <a:rPr spc="-107" dirty="0"/>
              <a:t> </a:t>
            </a:r>
            <a:r>
              <a:rPr dirty="0"/>
              <a:t>iriure</a:t>
            </a:r>
            <a:r>
              <a:rPr spc="-107" dirty="0"/>
              <a:t> </a:t>
            </a:r>
            <a:r>
              <a:rPr dirty="0"/>
              <a:t>dolor</a:t>
            </a:r>
            <a:r>
              <a:rPr spc="-107" dirty="0"/>
              <a:t> </a:t>
            </a:r>
            <a:r>
              <a:rPr dirty="0"/>
              <a:t>in</a:t>
            </a:r>
            <a:r>
              <a:rPr spc="-107" dirty="0"/>
              <a:t> </a:t>
            </a:r>
            <a:r>
              <a:rPr spc="-21" dirty="0"/>
              <a:t>hendrerit</a:t>
            </a:r>
            <a:r>
              <a:rPr spc="-107" dirty="0"/>
              <a:t> </a:t>
            </a:r>
            <a:r>
              <a:rPr dirty="0"/>
              <a:t>in</a:t>
            </a:r>
            <a:r>
              <a:rPr spc="-107" dirty="0"/>
              <a:t> </a:t>
            </a:r>
            <a:r>
              <a:rPr spc="-21" dirty="0"/>
              <a:t>vulputate</a:t>
            </a:r>
            <a:r>
              <a:rPr spc="-107" dirty="0"/>
              <a:t> </a:t>
            </a:r>
            <a:r>
              <a:rPr dirty="0"/>
              <a:t>velit</a:t>
            </a:r>
            <a:r>
              <a:rPr spc="-107" dirty="0"/>
              <a:t> </a:t>
            </a:r>
            <a:r>
              <a:rPr dirty="0"/>
              <a:t>esse</a:t>
            </a:r>
            <a:r>
              <a:rPr spc="-107" dirty="0"/>
              <a:t> </a:t>
            </a:r>
            <a:r>
              <a:rPr dirty="0"/>
              <a:t>molestie</a:t>
            </a:r>
            <a:r>
              <a:rPr spc="-107" dirty="0"/>
              <a:t> </a:t>
            </a:r>
            <a:r>
              <a:rPr dirty="0"/>
              <a:t>consequat,</a:t>
            </a:r>
            <a:r>
              <a:rPr spc="-107" dirty="0"/>
              <a:t> </a:t>
            </a:r>
            <a:r>
              <a:rPr spc="-54" dirty="0"/>
              <a:t>vel </a:t>
            </a:r>
            <a:r>
              <a:rPr dirty="0"/>
              <a:t>illum</a:t>
            </a:r>
            <a:r>
              <a:rPr spc="-107" dirty="0"/>
              <a:t> </a:t>
            </a:r>
            <a:r>
              <a:rPr spc="-21" dirty="0"/>
              <a:t>dolore</a:t>
            </a:r>
            <a:r>
              <a:rPr spc="-107" dirty="0"/>
              <a:t> </a:t>
            </a:r>
            <a:r>
              <a:rPr dirty="0"/>
              <a:t>eu</a:t>
            </a:r>
            <a:r>
              <a:rPr spc="-107" dirty="0"/>
              <a:t> </a:t>
            </a:r>
            <a:r>
              <a:rPr dirty="0"/>
              <a:t>feugiat</a:t>
            </a:r>
            <a:r>
              <a:rPr spc="-97" dirty="0"/>
              <a:t> </a:t>
            </a:r>
            <a:r>
              <a:rPr dirty="0"/>
              <a:t>nulla</a:t>
            </a:r>
            <a:r>
              <a:rPr spc="-107" dirty="0"/>
              <a:t> </a:t>
            </a:r>
            <a:r>
              <a:rPr dirty="0"/>
              <a:t>facilisis</a:t>
            </a:r>
            <a:r>
              <a:rPr spc="-107" dirty="0"/>
              <a:t> </a:t>
            </a:r>
            <a:r>
              <a:rPr dirty="0"/>
              <a:t>at</a:t>
            </a:r>
            <a:r>
              <a:rPr spc="-107" dirty="0"/>
              <a:t> </a:t>
            </a:r>
            <a:r>
              <a:rPr dirty="0"/>
              <a:t>vero</a:t>
            </a:r>
            <a:r>
              <a:rPr spc="-97" dirty="0"/>
              <a:t> </a:t>
            </a:r>
            <a:r>
              <a:rPr dirty="0"/>
              <a:t>eros</a:t>
            </a:r>
            <a:r>
              <a:rPr spc="-107" dirty="0"/>
              <a:t> </a:t>
            </a:r>
            <a:r>
              <a:rPr dirty="0"/>
              <a:t>et</a:t>
            </a:r>
            <a:r>
              <a:rPr spc="-107" dirty="0"/>
              <a:t> </a:t>
            </a:r>
            <a:r>
              <a:rPr spc="-21" dirty="0"/>
              <a:t>accumsan</a:t>
            </a:r>
            <a:r>
              <a:rPr spc="-107" dirty="0"/>
              <a:t> </a:t>
            </a:r>
            <a:r>
              <a:rPr dirty="0"/>
              <a:t>et</a:t>
            </a:r>
            <a:r>
              <a:rPr spc="-97" dirty="0"/>
              <a:t> </a:t>
            </a:r>
            <a:r>
              <a:rPr dirty="0"/>
              <a:t>iusto</a:t>
            </a:r>
            <a:r>
              <a:rPr spc="-107" dirty="0"/>
              <a:t> </a:t>
            </a:r>
            <a:r>
              <a:rPr dirty="0"/>
              <a:t>odio</a:t>
            </a:r>
            <a:r>
              <a:rPr spc="-107" dirty="0"/>
              <a:t> </a:t>
            </a:r>
            <a:r>
              <a:rPr spc="-21" dirty="0"/>
              <a:t>dignissim</a:t>
            </a:r>
            <a:r>
              <a:rPr spc="-97" dirty="0"/>
              <a:t> </a:t>
            </a:r>
            <a:r>
              <a:rPr spc="-54" dirty="0"/>
              <a:t>qui </a:t>
            </a:r>
            <a:r>
              <a:rPr dirty="0"/>
              <a:t>blandit</a:t>
            </a:r>
            <a:r>
              <a:rPr spc="-140" dirty="0"/>
              <a:t> </a:t>
            </a:r>
            <a:r>
              <a:rPr spc="-21" dirty="0"/>
              <a:t>praesent</a:t>
            </a:r>
            <a:r>
              <a:rPr spc="-129" dirty="0"/>
              <a:t> </a:t>
            </a:r>
            <a:r>
              <a:rPr dirty="0"/>
              <a:t>luptatum</a:t>
            </a:r>
            <a:r>
              <a:rPr spc="-129" dirty="0"/>
              <a:t> </a:t>
            </a:r>
            <a:r>
              <a:rPr dirty="0"/>
              <a:t>zzril</a:t>
            </a:r>
            <a:r>
              <a:rPr spc="-129" dirty="0"/>
              <a:t> </a:t>
            </a:r>
            <a:r>
              <a:rPr dirty="0"/>
              <a:t>delenit</a:t>
            </a:r>
            <a:r>
              <a:rPr spc="-129" dirty="0"/>
              <a:t> </a:t>
            </a:r>
            <a:r>
              <a:rPr spc="-21" dirty="0"/>
              <a:t>augue</a:t>
            </a:r>
            <a:r>
              <a:rPr spc="-129" dirty="0"/>
              <a:t> </a:t>
            </a:r>
            <a:r>
              <a:rPr dirty="0"/>
              <a:t>duis</a:t>
            </a:r>
            <a:r>
              <a:rPr spc="-140" dirty="0"/>
              <a:t> </a:t>
            </a:r>
            <a:r>
              <a:rPr spc="-21" dirty="0"/>
              <a:t>dolore</a:t>
            </a:r>
            <a:r>
              <a:rPr spc="-129" dirty="0"/>
              <a:t> </a:t>
            </a:r>
            <a:r>
              <a:rPr dirty="0"/>
              <a:t>te</a:t>
            </a:r>
            <a:r>
              <a:rPr spc="-129" dirty="0"/>
              <a:t> </a:t>
            </a:r>
            <a:r>
              <a:rPr dirty="0"/>
              <a:t>feugait</a:t>
            </a:r>
            <a:r>
              <a:rPr spc="-129" dirty="0"/>
              <a:t> </a:t>
            </a:r>
            <a:r>
              <a:rPr dirty="0"/>
              <a:t>nulla</a:t>
            </a:r>
            <a:r>
              <a:rPr spc="-129" dirty="0"/>
              <a:t> </a:t>
            </a:r>
            <a:r>
              <a:rPr spc="-21" dirty="0"/>
              <a:t>facilisi.</a:t>
            </a:r>
          </a:p>
          <a:p>
            <a:pPr marL="27290" marR="10916">
              <a:lnSpc>
                <a:spcPts val="3717"/>
              </a:lnSpc>
              <a:spcBef>
                <a:spcPts val="21"/>
              </a:spcBef>
            </a:pPr>
            <a:r>
              <a:rPr dirty="0"/>
              <a:t>Lorem</a:t>
            </a:r>
            <a:r>
              <a:rPr spc="-129" dirty="0"/>
              <a:t> </a:t>
            </a:r>
            <a:r>
              <a:rPr dirty="0"/>
              <a:t>ipsum</a:t>
            </a:r>
            <a:r>
              <a:rPr spc="-129" dirty="0"/>
              <a:t> </a:t>
            </a:r>
            <a:r>
              <a:rPr dirty="0"/>
              <a:t>dolor</a:t>
            </a:r>
            <a:r>
              <a:rPr spc="-129" dirty="0"/>
              <a:t> </a:t>
            </a:r>
            <a:r>
              <a:rPr dirty="0"/>
              <a:t>sit</a:t>
            </a:r>
            <a:r>
              <a:rPr spc="-129" dirty="0"/>
              <a:t> </a:t>
            </a:r>
            <a:r>
              <a:rPr dirty="0"/>
              <a:t>amet,</a:t>
            </a:r>
            <a:r>
              <a:rPr spc="-129" dirty="0"/>
              <a:t> </a:t>
            </a:r>
            <a:r>
              <a:rPr dirty="0"/>
              <a:t>cons</a:t>
            </a:r>
            <a:r>
              <a:rPr spc="-129" dirty="0"/>
              <a:t> </a:t>
            </a:r>
            <a:r>
              <a:rPr dirty="0"/>
              <a:t>ectetuer</a:t>
            </a:r>
            <a:r>
              <a:rPr spc="-118" dirty="0"/>
              <a:t> </a:t>
            </a:r>
            <a:r>
              <a:rPr spc="-21" dirty="0"/>
              <a:t>adipiscing</a:t>
            </a:r>
            <a:r>
              <a:rPr spc="-129" dirty="0"/>
              <a:t> </a:t>
            </a:r>
            <a:r>
              <a:rPr dirty="0"/>
              <a:t>elit,</a:t>
            </a:r>
            <a:r>
              <a:rPr spc="-129" dirty="0"/>
              <a:t> </a:t>
            </a:r>
            <a:r>
              <a:rPr dirty="0"/>
              <a:t>sed</a:t>
            </a:r>
            <a:r>
              <a:rPr spc="-129" dirty="0"/>
              <a:t> </a:t>
            </a:r>
            <a:r>
              <a:rPr dirty="0"/>
              <a:t>diam</a:t>
            </a:r>
            <a:r>
              <a:rPr spc="-129" dirty="0"/>
              <a:t> </a:t>
            </a:r>
            <a:r>
              <a:rPr spc="-21" dirty="0"/>
              <a:t>nonummy</a:t>
            </a:r>
            <a:r>
              <a:rPr spc="-129" dirty="0"/>
              <a:t> </a:t>
            </a:r>
            <a:r>
              <a:rPr dirty="0"/>
              <a:t>nibh</a:t>
            </a:r>
            <a:r>
              <a:rPr spc="-129" dirty="0"/>
              <a:t> </a:t>
            </a:r>
            <a:r>
              <a:rPr spc="-21" dirty="0"/>
              <a:t>euismod </a:t>
            </a:r>
            <a:r>
              <a:rPr dirty="0"/>
              <a:t>tincidunt</a:t>
            </a:r>
            <a:r>
              <a:rPr spc="-118" dirty="0"/>
              <a:t> </a:t>
            </a:r>
            <a:r>
              <a:rPr dirty="0"/>
              <a:t>ut</a:t>
            </a:r>
            <a:r>
              <a:rPr spc="-118" dirty="0"/>
              <a:t> </a:t>
            </a:r>
            <a:r>
              <a:rPr dirty="0"/>
              <a:t>laoreet</a:t>
            </a:r>
            <a:r>
              <a:rPr spc="-118" dirty="0"/>
              <a:t> </a:t>
            </a:r>
            <a:r>
              <a:rPr spc="-21" dirty="0"/>
              <a:t>dolore</a:t>
            </a:r>
            <a:r>
              <a:rPr spc="-107" dirty="0"/>
              <a:t> </a:t>
            </a:r>
            <a:r>
              <a:rPr spc="-21" dirty="0"/>
              <a:t>magna</a:t>
            </a:r>
            <a:r>
              <a:rPr spc="-118" dirty="0"/>
              <a:t> </a:t>
            </a:r>
            <a:r>
              <a:rPr spc="-21" dirty="0"/>
              <a:t>aliquam</a:t>
            </a:r>
            <a:r>
              <a:rPr spc="-118" dirty="0"/>
              <a:t> </a:t>
            </a:r>
            <a:r>
              <a:rPr dirty="0"/>
              <a:t>erat</a:t>
            </a:r>
            <a:r>
              <a:rPr spc="-118" dirty="0"/>
              <a:t> </a:t>
            </a:r>
            <a:r>
              <a:rPr dirty="0"/>
              <a:t>volutpat.</a:t>
            </a:r>
            <a:r>
              <a:rPr spc="-107" dirty="0"/>
              <a:t> </a:t>
            </a:r>
            <a:r>
              <a:rPr dirty="0"/>
              <a:t>Ut</a:t>
            </a:r>
            <a:r>
              <a:rPr spc="-118" dirty="0"/>
              <a:t> </a:t>
            </a:r>
            <a:r>
              <a:rPr dirty="0"/>
              <a:t>wisi</a:t>
            </a:r>
            <a:r>
              <a:rPr spc="-118" dirty="0"/>
              <a:t> </a:t>
            </a:r>
            <a:r>
              <a:rPr dirty="0"/>
              <a:t>enim</a:t>
            </a:r>
            <a:r>
              <a:rPr spc="-118" dirty="0"/>
              <a:t> </a:t>
            </a:r>
            <a:r>
              <a:rPr dirty="0"/>
              <a:t>ad</a:t>
            </a:r>
            <a:r>
              <a:rPr spc="-107" dirty="0"/>
              <a:t> </a:t>
            </a:r>
            <a:r>
              <a:rPr dirty="0"/>
              <a:t>minim</a:t>
            </a:r>
            <a:r>
              <a:rPr spc="-118" dirty="0"/>
              <a:t> </a:t>
            </a:r>
            <a:r>
              <a:rPr dirty="0"/>
              <a:t>veniam,</a:t>
            </a:r>
            <a:r>
              <a:rPr spc="-118" dirty="0"/>
              <a:t> </a:t>
            </a:r>
            <a:r>
              <a:rPr spc="-43" dirty="0"/>
              <a:t>quis </a:t>
            </a:r>
            <a:r>
              <a:rPr spc="-21" dirty="0"/>
              <a:t>nostrud</a:t>
            </a:r>
            <a:r>
              <a:rPr spc="-118" dirty="0"/>
              <a:t> </a:t>
            </a:r>
            <a:r>
              <a:rPr dirty="0"/>
              <a:t>exerci</a:t>
            </a:r>
            <a:r>
              <a:rPr spc="-118" dirty="0"/>
              <a:t> </a:t>
            </a:r>
            <a:r>
              <a:rPr dirty="0"/>
              <a:t>tation</a:t>
            </a:r>
            <a:r>
              <a:rPr spc="-107" dirty="0"/>
              <a:t> </a:t>
            </a:r>
            <a:r>
              <a:rPr spc="-21" dirty="0"/>
              <a:t>ullamcorper</a:t>
            </a:r>
            <a:r>
              <a:rPr spc="-118" dirty="0"/>
              <a:t> </a:t>
            </a:r>
            <a:r>
              <a:rPr dirty="0"/>
              <a:t>suscipit</a:t>
            </a:r>
            <a:r>
              <a:rPr spc="-107" dirty="0"/>
              <a:t> </a:t>
            </a:r>
            <a:r>
              <a:rPr dirty="0"/>
              <a:t>lobortis</a:t>
            </a:r>
            <a:r>
              <a:rPr spc="-118" dirty="0"/>
              <a:t> </a:t>
            </a:r>
            <a:r>
              <a:rPr dirty="0"/>
              <a:t>nisl</a:t>
            </a:r>
            <a:r>
              <a:rPr spc="-107" dirty="0"/>
              <a:t> </a:t>
            </a:r>
            <a:r>
              <a:rPr dirty="0"/>
              <a:t>ut</a:t>
            </a:r>
            <a:r>
              <a:rPr spc="-118" dirty="0"/>
              <a:t> </a:t>
            </a:r>
            <a:r>
              <a:rPr spc="-21" dirty="0"/>
              <a:t>aliquip</a:t>
            </a:r>
            <a:r>
              <a:rPr spc="-107" dirty="0"/>
              <a:t> </a:t>
            </a:r>
            <a:r>
              <a:rPr dirty="0"/>
              <a:t>ex</a:t>
            </a:r>
            <a:r>
              <a:rPr spc="-118" dirty="0"/>
              <a:t> </a:t>
            </a:r>
            <a:r>
              <a:rPr dirty="0"/>
              <a:t>ea</a:t>
            </a:r>
            <a:r>
              <a:rPr spc="-107" dirty="0"/>
              <a:t> </a:t>
            </a:r>
            <a:r>
              <a:rPr spc="-43" dirty="0"/>
              <a:t>commodo</a:t>
            </a:r>
            <a:r>
              <a:rPr spc="-118" dirty="0"/>
              <a:t> </a:t>
            </a:r>
            <a:r>
              <a:rPr spc="-21" dirty="0"/>
              <a:t>consequat. </a:t>
            </a:r>
            <a:r>
              <a:rPr dirty="0"/>
              <a:t>Lorem</a:t>
            </a:r>
            <a:r>
              <a:rPr spc="-129" dirty="0"/>
              <a:t> </a:t>
            </a:r>
            <a:r>
              <a:rPr dirty="0"/>
              <a:t>ipsum</a:t>
            </a:r>
            <a:r>
              <a:rPr spc="-129" dirty="0"/>
              <a:t> </a:t>
            </a:r>
            <a:r>
              <a:rPr dirty="0"/>
              <a:t>dolor</a:t>
            </a:r>
            <a:r>
              <a:rPr spc="-129" dirty="0"/>
              <a:t> </a:t>
            </a:r>
            <a:r>
              <a:rPr dirty="0"/>
              <a:t>sit</a:t>
            </a:r>
            <a:r>
              <a:rPr spc="-129" dirty="0"/>
              <a:t> </a:t>
            </a:r>
            <a:r>
              <a:rPr dirty="0"/>
              <a:t>amet,</a:t>
            </a:r>
            <a:r>
              <a:rPr spc="-129" dirty="0"/>
              <a:t> </a:t>
            </a:r>
            <a:r>
              <a:rPr dirty="0"/>
              <a:t>cons</a:t>
            </a:r>
            <a:r>
              <a:rPr spc="-129" dirty="0"/>
              <a:t> </a:t>
            </a:r>
            <a:r>
              <a:rPr dirty="0"/>
              <a:t>ectetuer</a:t>
            </a:r>
            <a:r>
              <a:rPr spc="-118" dirty="0"/>
              <a:t> </a:t>
            </a:r>
            <a:r>
              <a:rPr spc="-21" dirty="0"/>
              <a:t>adipiscing</a:t>
            </a:r>
            <a:r>
              <a:rPr spc="-129" dirty="0"/>
              <a:t> </a:t>
            </a:r>
            <a:r>
              <a:rPr dirty="0"/>
              <a:t>elit,</a:t>
            </a:r>
            <a:r>
              <a:rPr spc="-129" dirty="0"/>
              <a:t> </a:t>
            </a:r>
            <a:r>
              <a:rPr dirty="0"/>
              <a:t>sed</a:t>
            </a:r>
            <a:r>
              <a:rPr spc="-129" dirty="0"/>
              <a:t> </a:t>
            </a:r>
            <a:r>
              <a:rPr dirty="0"/>
              <a:t>diam</a:t>
            </a:r>
            <a:r>
              <a:rPr spc="-129" dirty="0"/>
              <a:t> </a:t>
            </a:r>
            <a:r>
              <a:rPr spc="-21" dirty="0"/>
              <a:t>nonummy</a:t>
            </a:r>
            <a:r>
              <a:rPr spc="-129" dirty="0"/>
              <a:t> </a:t>
            </a:r>
            <a:r>
              <a:rPr dirty="0"/>
              <a:t>nibh</a:t>
            </a:r>
            <a:r>
              <a:rPr spc="-129" dirty="0"/>
              <a:t> </a:t>
            </a:r>
            <a:r>
              <a:rPr spc="-21" dirty="0"/>
              <a:t>euismod </a:t>
            </a:r>
            <a:r>
              <a:rPr dirty="0"/>
              <a:t>tincidunt</a:t>
            </a:r>
            <a:r>
              <a:rPr spc="-118" dirty="0"/>
              <a:t> </a:t>
            </a:r>
            <a:r>
              <a:rPr dirty="0"/>
              <a:t>ut</a:t>
            </a:r>
            <a:r>
              <a:rPr spc="-118" dirty="0"/>
              <a:t> </a:t>
            </a:r>
            <a:r>
              <a:rPr dirty="0"/>
              <a:t>laoreet</a:t>
            </a:r>
            <a:r>
              <a:rPr spc="-118" dirty="0"/>
              <a:t> </a:t>
            </a:r>
            <a:r>
              <a:rPr spc="-21" dirty="0"/>
              <a:t>dolore</a:t>
            </a:r>
            <a:r>
              <a:rPr spc="-107" dirty="0"/>
              <a:t> </a:t>
            </a:r>
            <a:r>
              <a:rPr spc="-21" dirty="0"/>
              <a:t>magna</a:t>
            </a:r>
            <a:r>
              <a:rPr spc="-118" dirty="0"/>
              <a:t> </a:t>
            </a:r>
            <a:r>
              <a:rPr spc="-21" dirty="0"/>
              <a:t>aliquam</a:t>
            </a:r>
            <a:r>
              <a:rPr spc="-118" dirty="0"/>
              <a:t> </a:t>
            </a:r>
            <a:r>
              <a:rPr dirty="0"/>
              <a:t>erat</a:t>
            </a:r>
            <a:r>
              <a:rPr spc="-118" dirty="0"/>
              <a:t> </a:t>
            </a:r>
            <a:r>
              <a:rPr dirty="0"/>
              <a:t>volutpat.</a:t>
            </a:r>
            <a:r>
              <a:rPr spc="-107" dirty="0"/>
              <a:t> </a:t>
            </a:r>
            <a:r>
              <a:rPr dirty="0"/>
              <a:t>Ut</a:t>
            </a:r>
            <a:r>
              <a:rPr spc="-118" dirty="0"/>
              <a:t> </a:t>
            </a:r>
            <a:r>
              <a:rPr dirty="0"/>
              <a:t>wisi</a:t>
            </a:r>
            <a:r>
              <a:rPr spc="-118" dirty="0"/>
              <a:t> </a:t>
            </a:r>
            <a:r>
              <a:rPr dirty="0"/>
              <a:t>enim</a:t>
            </a:r>
            <a:r>
              <a:rPr spc="-118" dirty="0"/>
              <a:t> </a:t>
            </a:r>
            <a:r>
              <a:rPr dirty="0"/>
              <a:t>ad</a:t>
            </a:r>
            <a:r>
              <a:rPr spc="-107" dirty="0"/>
              <a:t> </a:t>
            </a:r>
            <a:r>
              <a:rPr dirty="0"/>
              <a:t>minim</a:t>
            </a:r>
            <a:r>
              <a:rPr spc="-118" dirty="0"/>
              <a:t> </a:t>
            </a:r>
            <a:r>
              <a:rPr dirty="0"/>
              <a:t>veniam,</a:t>
            </a:r>
            <a:r>
              <a:rPr spc="-118" dirty="0"/>
              <a:t> </a:t>
            </a:r>
            <a:r>
              <a:rPr spc="-43" dirty="0"/>
              <a:t>quis </a:t>
            </a:r>
            <a:r>
              <a:rPr spc="-21" dirty="0"/>
              <a:t>nostrud</a:t>
            </a:r>
            <a:r>
              <a:rPr spc="-118" dirty="0"/>
              <a:t> </a:t>
            </a:r>
            <a:r>
              <a:rPr dirty="0"/>
              <a:t>exerci</a:t>
            </a:r>
            <a:r>
              <a:rPr spc="-118" dirty="0"/>
              <a:t> </a:t>
            </a:r>
            <a:r>
              <a:rPr dirty="0"/>
              <a:t>tation</a:t>
            </a:r>
            <a:r>
              <a:rPr spc="-107" dirty="0"/>
              <a:t> </a:t>
            </a:r>
            <a:r>
              <a:rPr spc="-21" dirty="0"/>
              <a:t>ullamcorper</a:t>
            </a:r>
            <a:r>
              <a:rPr spc="-118" dirty="0"/>
              <a:t> </a:t>
            </a:r>
            <a:r>
              <a:rPr dirty="0"/>
              <a:t>suscipit</a:t>
            </a:r>
            <a:r>
              <a:rPr spc="-107" dirty="0"/>
              <a:t> </a:t>
            </a:r>
            <a:r>
              <a:rPr dirty="0"/>
              <a:t>lobortis</a:t>
            </a:r>
            <a:r>
              <a:rPr spc="-118" dirty="0"/>
              <a:t> </a:t>
            </a:r>
            <a:r>
              <a:rPr dirty="0"/>
              <a:t>nisl</a:t>
            </a:r>
            <a:r>
              <a:rPr spc="-107" dirty="0"/>
              <a:t> </a:t>
            </a:r>
            <a:r>
              <a:rPr dirty="0"/>
              <a:t>ut</a:t>
            </a:r>
            <a:r>
              <a:rPr spc="-118" dirty="0"/>
              <a:t> </a:t>
            </a:r>
            <a:r>
              <a:rPr spc="-21" dirty="0"/>
              <a:t>aliquip</a:t>
            </a:r>
            <a:r>
              <a:rPr spc="-107" dirty="0"/>
              <a:t> </a:t>
            </a:r>
            <a:r>
              <a:rPr dirty="0"/>
              <a:t>ex</a:t>
            </a:r>
            <a:r>
              <a:rPr spc="-118" dirty="0"/>
              <a:t> </a:t>
            </a:r>
            <a:r>
              <a:rPr dirty="0"/>
              <a:t>ea</a:t>
            </a:r>
            <a:r>
              <a:rPr spc="-107" dirty="0"/>
              <a:t> </a:t>
            </a:r>
            <a:r>
              <a:rPr spc="-43" dirty="0"/>
              <a:t>commodo</a:t>
            </a:r>
            <a:r>
              <a:rPr spc="-118" dirty="0"/>
              <a:t> </a:t>
            </a:r>
            <a:r>
              <a:rPr spc="-21" dirty="0"/>
              <a:t>consequat. </a:t>
            </a:r>
            <a:r>
              <a:rPr dirty="0"/>
              <a:t>Lorem</a:t>
            </a:r>
            <a:r>
              <a:rPr spc="-140" dirty="0"/>
              <a:t> </a:t>
            </a:r>
            <a:r>
              <a:rPr dirty="0"/>
              <a:t>ipsum</a:t>
            </a:r>
            <a:r>
              <a:rPr spc="-140" dirty="0"/>
              <a:t> </a:t>
            </a:r>
            <a:r>
              <a:rPr dirty="0"/>
              <a:t>dolor</a:t>
            </a:r>
            <a:r>
              <a:rPr spc="-140" dirty="0"/>
              <a:t> </a:t>
            </a:r>
            <a:r>
              <a:rPr dirty="0"/>
              <a:t>sit</a:t>
            </a:r>
            <a:r>
              <a:rPr spc="-140" dirty="0"/>
              <a:t> </a:t>
            </a:r>
            <a:r>
              <a:rPr dirty="0"/>
              <a:t>amet,</a:t>
            </a:r>
            <a:r>
              <a:rPr spc="-129" dirty="0"/>
              <a:t> </a:t>
            </a:r>
            <a:r>
              <a:rPr dirty="0"/>
              <a:t>consectetuer</a:t>
            </a:r>
            <a:r>
              <a:rPr spc="-140" dirty="0"/>
              <a:t> </a:t>
            </a:r>
            <a:r>
              <a:rPr spc="-21" dirty="0"/>
              <a:t>adipiscing</a:t>
            </a:r>
            <a:r>
              <a:rPr spc="-140" dirty="0"/>
              <a:t> </a:t>
            </a:r>
            <a:r>
              <a:rPr dirty="0"/>
              <a:t>elit,</a:t>
            </a:r>
            <a:r>
              <a:rPr spc="-140" dirty="0"/>
              <a:t> </a:t>
            </a:r>
            <a:r>
              <a:rPr dirty="0"/>
              <a:t>sed</a:t>
            </a:r>
            <a:r>
              <a:rPr spc="-129" dirty="0"/>
              <a:t> </a:t>
            </a:r>
            <a:r>
              <a:rPr dirty="0"/>
              <a:t>diam</a:t>
            </a:r>
            <a:r>
              <a:rPr spc="-140" dirty="0"/>
              <a:t> </a:t>
            </a:r>
            <a:r>
              <a:rPr spc="-21" dirty="0"/>
              <a:t>nonummy</a:t>
            </a:r>
            <a:r>
              <a:rPr spc="-140" dirty="0"/>
              <a:t> </a:t>
            </a:r>
            <a:r>
              <a:rPr dirty="0"/>
              <a:t>nibh</a:t>
            </a:r>
            <a:r>
              <a:rPr spc="-140" dirty="0"/>
              <a:t> </a:t>
            </a:r>
            <a:r>
              <a:rPr spc="-21" dirty="0"/>
              <a:t>euismod </a:t>
            </a:r>
            <a:r>
              <a:rPr dirty="0"/>
              <a:t>tincidunt</a:t>
            </a:r>
            <a:r>
              <a:rPr spc="-118" dirty="0"/>
              <a:t> </a:t>
            </a:r>
            <a:r>
              <a:rPr dirty="0"/>
              <a:t>ut</a:t>
            </a:r>
            <a:r>
              <a:rPr spc="-118" dirty="0"/>
              <a:t> </a:t>
            </a:r>
            <a:r>
              <a:rPr dirty="0"/>
              <a:t>laoreet</a:t>
            </a:r>
            <a:r>
              <a:rPr spc="-118" dirty="0"/>
              <a:t> </a:t>
            </a:r>
            <a:r>
              <a:rPr spc="-21" dirty="0"/>
              <a:t>dolore</a:t>
            </a:r>
            <a:r>
              <a:rPr spc="-107" dirty="0"/>
              <a:t> </a:t>
            </a:r>
            <a:r>
              <a:rPr spc="-21" dirty="0"/>
              <a:t>magna</a:t>
            </a:r>
            <a:r>
              <a:rPr spc="-118" dirty="0"/>
              <a:t> </a:t>
            </a:r>
            <a:r>
              <a:rPr spc="-21" dirty="0"/>
              <a:t>aliquam</a:t>
            </a:r>
            <a:r>
              <a:rPr spc="-118" dirty="0"/>
              <a:t> </a:t>
            </a:r>
            <a:r>
              <a:rPr dirty="0"/>
              <a:t>erat</a:t>
            </a:r>
            <a:r>
              <a:rPr spc="-118" dirty="0"/>
              <a:t> </a:t>
            </a:r>
            <a:r>
              <a:rPr dirty="0"/>
              <a:t>volutpat.</a:t>
            </a:r>
            <a:r>
              <a:rPr spc="-107" dirty="0"/>
              <a:t> </a:t>
            </a:r>
            <a:r>
              <a:rPr dirty="0"/>
              <a:t>Ut</a:t>
            </a:r>
            <a:r>
              <a:rPr spc="-118" dirty="0"/>
              <a:t> </a:t>
            </a:r>
            <a:r>
              <a:rPr dirty="0"/>
              <a:t>wisi</a:t>
            </a:r>
            <a:r>
              <a:rPr spc="-118" dirty="0"/>
              <a:t> </a:t>
            </a:r>
            <a:r>
              <a:rPr dirty="0"/>
              <a:t>enim</a:t>
            </a:r>
            <a:r>
              <a:rPr spc="-118" dirty="0"/>
              <a:t> </a:t>
            </a:r>
            <a:r>
              <a:rPr dirty="0"/>
              <a:t>ad</a:t>
            </a:r>
            <a:r>
              <a:rPr spc="-107" dirty="0"/>
              <a:t> </a:t>
            </a:r>
            <a:r>
              <a:rPr dirty="0"/>
              <a:t>minim</a:t>
            </a:r>
            <a:r>
              <a:rPr spc="-118" dirty="0"/>
              <a:t> </a:t>
            </a:r>
            <a:r>
              <a:rPr dirty="0"/>
              <a:t>veniam,</a:t>
            </a:r>
            <a:r>
              <a:rPr spc="-118" dirty="0"/>
              <a:t> </a:t>
            </a:r>
            <a:r>
              <a:rPr spc="-43" dirty="0"/>
              <a:t>quis </a:t>
            </a:r>
            <a:r>
              <a:rPr spc="-21" dirty="0"/>
              <a:t>nostrud</a:t>
            </a:r>
            <a:r>
              <a:rPr spc="-118" dirty="0"/>
              <a:t> </a:t>
            </a:r>
            <a:r>
              <a:rPr dirty="0"/>
              <a:t>exerci</a:t>
            </a:r>
            <a:r>
              <a:rPr spc="-118" dirty="0"/>
              <a:t> </a:t>
            </a:r>
            <a:r>
              <a:rPr dirty="0"/>
              <a:t>tation</a:t>
            </a:r>
            <a:r>
              <a:rPr spc="-107" dirty="0"/>
              <a:t> </a:t>
            </a:r>
            <a:r>
              <a:rPr spc="-21" dirty="0"/>
              <a:t>ullamcorper</a:t>
            </a:r>
            <a:r>
              <a:rPr spc="-118" dirty="0"/>
              <a:t> </a:t>
            </a:r>
            <a:r>
              <a:rPr dirty="0"/>
              <a:t>suscipit</a:t>
            </a:r>
            <a:r>
              <a:rPr spc="-107" dirty="0"/>
              <a:t> </a:t>
            </a:r>
            <a:r>
              <a:rPr dirty="0"/>
              <a:t>lobortis</a:t>
            </a:r>
            <a:r>
              <a:rPr spc="-118" dirty="0"/>
              <a:t> </a:t>
            </a:r>
            <a:r>
              <a:rPr dirty="0"/>
              <a:t>nisl</a:t>
            </a:r>
            <a:r>
              <a:rPr spc="-107" dirty="0"/>
              <a:t> </a:t>
            </a:r>
            <a:r>
              <a:rPr dirty="0"/>
              <a:t>ut</a:t>
            </a:r>
            <a:r>
              <a:rPr spc="-118" dirty="0"/>
              <a:t> </a:t>
            </a:r>
            <a:r>
              <a:rPr spc="-21" dirty="0"/>
              <a:t>aliquip</a:t>
            </a:r>
            <a:r>
              <a:rPr spc="-107" dirty="0"/>
              <a:t> </a:t>
            </a:r>
            <a:r>
              <a:rPr dirty="0"/>
              <a:t>ex</a:t>
            </a:r>
            <a:r>
              <a:rPr spc="-118" dirty="0"/>
              <a:t> </a:t>
            </a:r>
            <a:r>
              <a:rPr dirty="0"/>
              <a:t>ea</a:t>
            </a:r>
            <a:r>
              <a:rPr spc="-107" dirty="0"/>
              <a:t> </a:t>
            </a:r>
            <a:r>
              <a:rPr spc="-43" dirty="0"/>
              <a:t>commodo</a:t>
            </a:r>
            <a:r>
              <a:rPr spc="-118" dirty="0"/>
              <a:t> </a:t>
            </a:r>
            <a:r>
              <a:rPr spc="-21" dirty="0"/>
              <a:t>consequat. </a:t>
            </a:r>
            <a:r>
              <a:rPr dirty="0"/>
              <a:t>Duis</a:t>
            </a:r>
            <a:r>
              <a:rPr spc="-118" dirty="0"/>
              <a:t> </a:t>
            </a:r>
            <a:r>
              <a:rPr dirty="0"/>
              <a:t>autem</a:t>
            </a:r>
            <a:r>
              <a:rPr spc="-107" dirty="0"/>
              <a:t> </a:t>
            </a:r>
            <a:r>
              <a:rPr dirty="0"/>
              <a:t>vel</a:t>
            </a:r>
            <a:r>
              <a:rPr spc="-107" dirty="0"/>
              <a:t> </a:t>
            </a:r>
            <a:r>
              <a:rPr dirty="0"/>
              <a:t>eum</a:t>
            </a:r>
            <a:r>
              <a:rPr spc="-107" dirty="0"/>
              <a:t> </a:t>
            </a:r>
            <a:r>
              <a:rPr dirty="0"/>
              <a:t>iriure</a:t>
            </a:r>
            <a:r>
              <a:rPr spc="-107" dirty="0"/>
              <a:t> </a:t>
            </a:r>
            <a:r>
              <a:rPr dirty="0"/>
              <a:t>dolor</a:t>
            </a:r>
            <a:r>
              <a:rPr spc="-107" dirty="0"/>
              <a:t> </a:t>
            </a:r>
            <a:r>
              <a:rPr dirty="0"/>
              <a:t>in</a:t>
            </a:r>
            <a:r>
              <a:rPr spc="-107" dirty="0"/>
              <a:t> </a:t>
            </a:r>
            <a:r>
              <a:rPr spc="-21" dirty="0"/>
              <a:t>hendrerit</a:t>
            </a:r>
            <a:r>
              <a:rPr spc="-107" dirty="0"/>
              <a:t> </a:t>
            </a:r>
            <a:r>
              <a:rPr dirty="0"/>
              <a:t>in</a:t>
            </a:r>
            <a:r>
              <a:rPr spc="-107" dirty="0"/>
              <a:t> </a:t>
            </a:r>
            <a:r>
              <a:rPr spc="-21" dirty="0"/>
              <a:t>vulputate</a:t>
            </a:r>
            <a:r>
              <a:rPr spc="-107" dirty="0"/>
              <a:t> </a:t>
            </a:r>
            <a:r>
              <a:rPr dirty="0"/>
              <a:t>velit</a:t>
            </a:r>
            <a:r>
              <a:rPr spc="-107" dirty="0"/>
              <a:t> </a:t>
            </a:r>
            <a:r>
              <a:rPr dirty="0"/>
              <a:t>esse</a:t>
            </a:r>
            <a:r>
              <a:rPr spc="-107" dirty="0"/>
              <a:t> </a:t>
            </a:r>
            <a:r>
              <a:rPr dirty="0"/>
              <a:t>molestie</a:t>
            </a:r>
            <a:r>
              <a:rPr spc="-107" dirty="0"/>
              <a:t> </a:t>
            </a:r>
            <a:r>
              <a:rPr dirty="0"/>
              <a:t>consequat,</a:t>
            </a:r>
            <a:r>
              <a:rPr spc="-107" dirty="0"/>
              <a:t> </a:t>
            </a:r>
            <a:r>
              <a:rPr spc="-54" dirty="0"/>
              <a:t>vel </a:t>
            </a:r>
            <a:r>
              <a:rPr dirty="0"/>
              <a:t>illum</a:t>
            </a:r>
            <a:r>
              <a:rPr spc="-107" dirty="0"/>
              <a:t> </a:t>
            </a:r>
            <a:r>
              <a:rPr spc="-21" dirty="0"/>
              <a:t>dolore</a:t>
            </a:r>
            <a:r>
              <a:rPr spc="-107" dirty="0"/>
              <a:t> </a:t>
            </a:r>
            <a:r>
              <a:rPr dirty="0"/>
              <a:t>eu</a:t>
            </a:r>
            <a:r>
              <a:rPr spc="-107" dirty="0"/>
              <a:t> </a:t>
            </a:r>
            <a:r>
              <a:rPr dirty="0"/>
              <a:t>feugiat</a:t>
            </a:r>
            <a:r>
              <a:rPr spc="-97" dirty="0"/>
              <a:t> </a:t>
            </a:r>
            <a:r>
              <a:rPr dirty="0"/>
              <a:t>nulla</a:t>
            </a:r>
            <a:r>
              <a:rPr spc="-107" dirty="0"/>
              <a:t> </a:t>
            </a:r>
            <a:r>
              <a:rPr dirty="0"/>
              <a:t>facilisis</a:t>
            </a:r>
            <a:r>
              <a:rPr spc="-107" dirty="0"/>
              <a:t> </a:t>
            </a:r>
            <a:r>
              <a:rPr dirty="0"/>
              <a:t>at</a:t>
            </a:r>
            <a:r>
              <a:rPr spc="-107" dirty="0"/>
              <a:t> </a:t>
            </a:r>
            <a:r>
              <a:rPr dirty="0"/>
              <a:t>vero</a:t>
            </a:r>
            <a:r>
              <a:rPr spc="-97" dirty="0"/>
              <a:t> </a:t>
            </a:r>
            <a:r>
              <a:rPr dirty="0"/>
              <a:t>eros</a:t>
            </a:r>
            <a:r>
              <a:rPr spc="-107" dirty="0"/>
              <a:t> </a:t>
            </a:r>
            <a:r>
              <a:rPr dirty="0"/>
              <a:t>et</a:t>
            </a:r>
            <a:r>
              <a:rPr spc="-107" dirty="0"/>
              <a:t> </a:t>
            </a:r>
            <a:r>
              <a:rPr spc="-21" dirty="0"/>
              <a:t>accumsan</a:t>
            </a:r>
            <a:r>
              <a:rPr spc="-107" dirty="0"/>
              <a:t> </a:t>
            </a:r>
            <a:r>
              <a:rPr dirty="0"/>
              <a:t>et</a:t>
            </a:r>
            <a:r>
              <a:rPr spc="-97" dirty="0"/>
              <a:t> </a:t>
            </a:r>
            <a:r>
              <a:rPr dirty="0"/>
              <a:t>iusto</a:t>
            </a:r>
            <a:r>
              <a:rPr spc="-107" dirty="0"/>
              <a:t> </a:t>
            </a:r>
            <a:r>
              <a:rPr dirty="0"/>
              <a:t>odio</a:t>
            </a:r>
            <a:r>
              <a:rPr spc="-107" dirty="0"/>
              <a:t> </a:t>
            </a:r>
            <a:r>
              <a:rPr spc="-21" dirty="0"/>
              <a:t>dignissim</a:t>
            </a:r>
            <a:r>
              <a:rPr spc="-97" dirty="0"/>
              <a:t> </a:t>
            </a:r>
            <a:r>
              <a:rPr spc="-54" dirty="0"/>
              <a:t>qui </a:t>
            </a:r>
            <a:r>
              <a:rPr dirty="0"/>
              <a:t>blandit</a:t>
            </a:r>
            <a:r>
              <a:rPr spc="-140" dirty="0"/>
              <a:t> </a:t>
            </a:r>
            <a:r>
              <a:rPr spc="-21" dirty="0"/>
              <a:t>praesent</a:t>
            </a:r>
            <a:r>
              <a:rPr spc="-129" dirty="0"/>
              <a:t> </a:t>
            </a:r>
            <a:r>
              <a:rPr dirty="0"/>
              <a:t>luptatum</a:t>
            </a:r>
            <a:r>
              <a:rPr spc="-129" dirty="0"/>
              <a:t> </a:t>
            </a:r>
            <a:r>
              <a:rPr dirty="0"/>
              <a:t>zzril</a:t>
            </a:r>
            <a:r>
              <a:rPr spc="-129" dirty="0"/>
              <a:t> </a:t>
            </a:r>
            <a:r>
              <a:rPr dirty="0"/>
              <a:t>delenit</a:t>
            </a:r>
            <a:r>
              <a:rPr spc="-129" dirty="0"/>
              <a:t> </a:t>
            </a:r>
            <a:r>
              <a:rPr spc="-21" dirty="0"/>
              <a:t>augue</a:t>
            </a:r>
            <a:r>
              <a:rPr spc="-129" dirty="0"/>
              <a:t> </a:t>
            </a:r>
            <a:r>
              <a:rPr dirty="0"/>
              <a:t>duis</a:t>
            </a:r>
            <a:r>
              <a:rPr spc="-140" dirty="0"/>
              <a:t> </a:t>
            </a:r>
            <a:r>
              <a:rPr spc="-21" dirty="0"/>
              <a:t>dolore</a:t>
            </a:r>
            <a:r>
              <a:rPr spc="-129" dirty="0"/>
              <a:t> </a:t>
            </a:r>
            <a:r>
              <a:rPr dirty="0"/>
              <a:t>te</a:t>
            </a:r>
            <a:r>
              <a:rPr spc="-129" dirty="0"/>
              <a:t> </a:t>
            </a:r>
            <a:r>
              <a:rPr dirty="0"/>
              <a:t>feugait</a:t>
            </a:r>
            <a:r>
              <a:rPr spc="-129" dirty="0"/>
              <a:t> </a:t>
            </a:r>
            <a:r>
              <a:rPr dirty="0"/>
              <a:t>nulla</a:t>
            </a:r>
            <a:r>
              <a:rPr spc="-129" dirty="0"/>
              <a:t> </a:t>
            </a:r>
            <a:r>
              <a:rPr spc="-21" dirty="0"/>
              <a:t>facilisi.</a:t>
            </a:r>
          </a:p>
          <a:p>
            <a:pPr marL="27290">
              <a:lnSpc>
                <a:spcPts val="3629"/>
              </a:lnSpc>
            </a:pPr>
            <a:r>
              <a:rPr dirty="0"/>
              <a:t>Lorem</a:t>
            </a:r>
            <a:r>
              <a:rPr spc="-129" dirty="0"/>
              <a:t> </a:t>
            </a:r>
            <a:r>
              <a:rPr dirty="0"/>
              <a:t>ipsum</a:t>
            </a:r>
            <a:r>
              <a:rPr spc="-129" dirty="0"/>
              <a:t> </a:t>
            </a:r>
            <a:r>
              <a:rPr dirty="0"/>
              <a:t>dolor</a:t>
            </a:r>
            <a:r>
              <a:rPr spc="-129" dirty="0"/>
              <a:t> </a:t>
            </a:r>
            <a:r>
              <a:rPr dirty="0"/>
              <a:t>sit</a:t>
            </a:r>
            <a:r>
              <a:rPr spc="-129" dirty="0"/>
              <a:t> </a:t>
            </a:r>
            <a:r>
              <a:rPr dirty="0"/>
              <a:t>amet,</a:t>
            </a:r>
            <a:r>
              <a:rPr spc="-129" dirty="0"/>
              <a:t> </a:t>
            </a:r>
            <a:r>
              <a:rPr dirty="0"/>
              <a:t>cons</a:t>
            </a:r>
            <a:r>
              <a:rPr spc="-129" dirty="0"/>
              <a:t> </a:t>
            </a:r>
            <a:r>
              <a:rPr dirty="0"/>
              <a:t>ectetuer</a:t>
            </a:r>
            <a:r>
              <a:rPr spc="-129" dirty="0"/>
              <a:t> </a:t>
            </a:r>
            <a:r>
              <a:rPr spc="-21" dirty="0"/>
              <a:t>adipiscing</a:t>
            </a:r>
            <a:r>
              <a:rPr spc="-118" dirty="0"/>
              <a:t> </a:t>
            </a:r>
            <a:r>
              <a:rPr spc="-21" dirty="0"/>
              <a:t>elit.</a:t>
            </a:r>
          </a:p>
        </p:txBody>
      </p:sp>
      <p:sp>
        <p:nvSpPr>
          <p:cNvPr id="64" name="object 64"/>
          <p:cNvSpPr txBox="1"/>
          <p:nvPr/>
        </p:nvSpPr>
        <p:spPr>
          <a:xfrm>
            <a:off x="14271445" y="33591499"/>
            <a:ext cx="15964860" cy="5748675"/>
          </a:xfrm>
          <a:prstGeom prst="rect">
            <a:avLst/>
          </a:prstGeom>
        </p:spPr>
        <p:txBody>
          <a:bodyPr vert="horz" wrap="square" lIns="0" tIns="24561" rIns="0" bIns="0" rtlCol="0">
            <a:spAutoFit/>
          </a:bodyPr>
          <a:lstStyle/>
          <a:p>
            <a:pPr marL="27290" marR="51851">
              <a:spcBef>
                <a:spcPts val="193"/>
              </a:spcBef>
            </a:pPr>
            <a:r>
              <a:rPr sz="3116" dirty="0">
                <a:latin typeface="Arial"/>
                <a:cs typeface="Arial"/>
              </a:rPr>
              <a:t>Lorem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ipsum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dolor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sit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amet,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consectetuer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adipiscing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elit,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sed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diam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nonummy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nibh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euismod </a:t>
            </a:r>
            <a:r>
              <a:rPr sz="3116" dirty="0">
                <a:latin typeface="Arial"/>
                <a:cs typeface="Arial"/>
              </a:rPr>
              <a:t>tincidunt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laoreet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dolore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magna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aliquam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erat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volutpat.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wisi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enim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ad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minim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veniam,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43" dirty="0">
                <a:latin typeface="Arial"/>
                <a:cs typeface="Arial"/>
              </a:rPr>
              <a:t>quis </a:t>
            </a:r>
            <a:r>
              <a:rPr sz="3116" spc="-21" dirty="0">
                <a:latin typeface="Arial"/>
                <a:cs typeface="Arial"/>
              </a:rPr>
              <a:t>nostrud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exerci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tation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ullamcorper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suscipit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lobortis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nisl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aliquip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ex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ea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spc="-43" dirty="0">
                <a:latin typeface="Arial"/>
                <a:cs typeface="Arial"/>
              </a:rPr>
              <a:t>commodo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consequat. </a:t>
            </a:r>
            <a:r>
              <a:rPr sz="3116" dirty="0">
                <a:latin typeface="Arial"/>
                <a:cs typeface="Arial"/>
              </a:rPr>
              <a:t>Duis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autem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vel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eum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iriure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dolor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in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hendrerit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in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vulputate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velit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esse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molestie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consequat,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spc="-54" dirty="0">
                <a:latin typeface="Arial"/>
                <a:cs typeface="Arial"/>
              </a:rPr>
              <a:t>vel </a:t>
            </a:r>
            <a:r>
              <a:rPr sz="3116" dirty="0">
                <a:latin typeface="Arial"/>
                <a:cs typeface="Arial"/>
              </a:rPr>
              <a:t>illum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dolore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eu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feugiat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nulla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facilisis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vero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eros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accumsan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et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iusto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odio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dignissim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spc="-54" dirty="0">
                <a:latin typeface="Arial"/>
                <a:cs typeface="Arial"/>
              </a:rPr>
              <a:t>qui </a:t>
            </a:r>
            <a:r>
              <a:rPr sz="3116" dirty="0">
                <a:latin typeface="Arial"/>
                <a:cs typeface="Arial"/>
              </a:rPr>
              <a:t>blandit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praesent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luptatum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zzril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delenit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augue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duis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dolore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te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feugait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nulla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facilisi.</a:t>
            </a:r>
            <a:endParaRPr sz="3116" dirty="0">
              <a:latin typeface="Arial"/>
              <a:cs typeface="Arial"/>
            </a:endParaRPr>
          </a:p>
          <a:p>
            <a:pPr marL="27290" marR="10916">
              <a:lnSpc>
                <a:spcPts val="3717"/>
              </a:lnSpc>
              <a:spcBef>
                <a:spcPts val="32"/>
              </a:spcBef>
            </a:pPr>
            <a:r>
              <a:rPr sz="3116" dirty="0">
                <a:latin typeface="Arial"/>
                <a:cs typeface="Arial"/>
              </a:rPr>
              <a:t>Lorem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ipsum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dolor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sit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amet,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cons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ectetuer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adipiscing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elit,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sed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diam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nonummy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nibh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euismod </a:t>
            </a:r>
            <a:r>
              <a:rPr sz="3116" dirty="0">
                <a:latin typeface="Arial"/>
                <a:cs typeface="Arial"/>
              </a:rPr>
              <a:t>tincidunt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laoreet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dolore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magna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aliquam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erat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volutpat.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wisi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enim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ad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minim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veniam,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43" dirty="0">
                <a:latin typeface="Arial"/>
                <a:cs typeface="Arial"/>
              </a:rPr>
              <a:t>quis </a:t>
            </a:r>
            <a:r>
              <a:rPr sz="3116" spc="-21" dirty="0">
                <a:latin typeface="Arial"/>
                <a:cs typeface="Arial"/>
              </a:rPr>
              <a:t>nostrud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exerci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tation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ullamcorper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suscipit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lobortis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nisl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aliquip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ex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ea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spc="-43" dirty="0">
                <a:latin typeface="Arial"/>
                <a:cs typeface="Arial"/>
              </a:rPr>
              <a:t>commodo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consequat. </a:t>
            </a:r>
            <a:r>
              <a:rPr sz="3116" dirty="0">
                <a:latin typeface="Arial"/>
                <a:cs typeface="Arial"/>
              </a:rPr>
              <a:t>Lorem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ipsum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dolor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sit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amet.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Lorem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ipsum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dolor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sit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amet,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cons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ectetuer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adipiscing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elit,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54" dirty="0">
                <a:latin typeface="Arial"/>
                <a:cs typeface="Arial"/>
              </a:rPr>
              <a:t>sed </a:t>
            </a:r>
            <a:r>
              <a:rPr sz="3116" dirty="0">
                <a:latin typeface="Arial"/>
                <a:cs typeface="Arial"/>
              </a:rPr>
              <a:t>diam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nonummy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nibh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euismod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tincidunt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laoreet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dolore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magna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aliquam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erat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volutpat.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54" dirty="0">
                <a:latin typeface="Arial"/>
                <a:cs typeface="Arial"/>
              </a:rPr>
              <a:t>Ut </a:t>
            </a:r>
            <a:r>
              <a:rPr sz="3116" dirty="0">
                <a:latin typeface="Arial"/>
                <a:cs typeface="Arial"/>
              </a:rPr>
              <a:t>wisi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enim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ad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minim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veniam,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quis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nostrud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exerci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tation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ullamcorper.</a:t>
            </a:r>
            <a:endParaRPr sz="3116" dirty="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4324202" y="27600863"/>
            <a:ext cx="15922560" cy="4799698"/>
          </a:xfrm>
          <a:prstGeom prst="rect">
            <a:avLst/>
          </a:prstGeom>
        </p:spPr>
        <p:txBody>
          <a:bodyPr vert="horz" wrap="square" lIns="0" tIns="24561" rIns="0" bIns="0" rtlCol="0">
            <a:spAutoFit/>
          </a:bodyPr>
          <a:lstStyle/>
          <a:p>
            <a:pPr marL="27290" marR="10916">
              <a:spcBef>
                <a:spcPts val="193"/>
              </a:spcBef>
            </a:pPr>
            <a:r>
              <a:rPr sz="3116" dirty="0">
                <a:latin typeface="Arial"/>
                <a:cs typeface="Arial"/>
              </a:rPr>
              <a:t>Lorem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ipsum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dolor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sit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amet,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consectetuer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adipiscing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elit,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sed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diam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nonummy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nibh</a:t>
            </a:r>
            <a:r>
              <a:rPr sz="3116" spc="-140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euismod </a:t>
            </a:r>
            <a:r>
              <a:rPr sz="3116" dirty="0">
                <a:latin typeface="Arial"/>
                <a:cs typeface="Arial"/>
              </a:rPr>
              <a:t>tincidunt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laoreet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dolore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magna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aliquam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erat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volutpat.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wisi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enim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ad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minim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veniam,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43" dirty="0">
                <a:latin typeface="Arial"/>
                <a:cs typeface="Arial"/>
              </a:rPr>
              <a:t>quis </a:t>
            </a:r>
            <a:r>
              <a:rPr sz="3116" spc="-21" dirty="0">
                <a:latin typeface="Arial"/>
                <a:cs typeface="Arial"/>
              </a:rPr>
              <a:t>nostrud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exerci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tation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ullamcorper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suscipit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lobortis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nisl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aliquip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ex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ea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spc="-43" dirty="0">
                <a:latin typeface="Arial"/>
                <a:cs typeface="Arial"/>
              </a:rPr>
              <a:t>commodo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consequat. </a:t>
            </a:r>
            <a:r>
              <a:rPr sz="3116" dirty="0">
                <a:latin typeface="Arial"/>
                <a:cs typeface="Arial"/>
              </a:rPr>
              <a:t>Duis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autem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vel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eum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iriure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dolor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in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hendrerit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in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vulputate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velit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esse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molestie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consequat,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spc="-54" dirty="0">
                <a:latin typeface="Arial"/>
                <a:cs typeface="Arial"/>
              </a:rPr>
              <a:t>vel </a:t>
            </a:r>
            <a:r>
              <a:rPr sz="3116" dirty="0">
                <a:latin typeface="Arial"/>
                <a:cs typeface="Arial"/>
              </a:rPr>
              <a:t>illum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dolore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eu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feugiat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nulla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facilisis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vero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eros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accumsan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et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iusto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odio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dignissim</a:t>
            </a:r>
            <a:r>
              <a:rPr sz="3116" spc="-97" dirty="0">
                <a:latin typeface="Arial"/>
                <a:cs typeface="Arial"/>
              </a:rPr>
              <a:t> </a:t>
            </a:r>
            <a:r>
              <a:rPr sz="3116" spc="-54" dirty="0">
                <a:latin typeface="Arial"/>
                <a:cs typeface="Arial"/>
              </a:rPr>
              <a:t>qui </a:t>
            </a:r>
            <a:r>
              <a:rPr sz="3116" dirty="0">
                <a:latin typeface="Arial"/>
                <a:cs typeface="Arial"/>
              </a:rPr>
              <a:t>blandit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praesent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luptatum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zzril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delenit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augue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duis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dolore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te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feugait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nulla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facilisi.</a:t>
            </a:r>
            <a:endParaRPr sz="3116" dirty="0">
              <a:latin typeface="Arial"/>
              <a:cs typeface="Arial"/>
            </a:endParaRPr>
          </a:p>
          <a:p>
            <a:pPr marL="27290" marR="732730">
              <a:lnSpc>
                <a:spcPts val="3717"/>
              </a:lnSpc>
              <a:spcBef>
                <a:spcPts val="32"/>
              </a:spcBef>
            </a:pPr>
            <a:r>
              <a:rPr sz="3116" dirty="0">
                <a:latin typeface="Arial"/>
                <a:cs typeface="Arial"/>
              </a:rPr>
              <a:t>Lorem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ipsum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dolor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sit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amet,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cons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ectetuer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adipiscing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elit,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sed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diam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nonummy</a:t>
            </a:r>
            <a:r>
              <a:rPr sz="3116" spc="-129" dirty="0">
                <a:latin typeface="Arial"/>
                <a:cs typeface="Arial"/>
              </a:rPr>
              <a:t> </a:t>
            </a:r>
            <a:r>
              <a:rPr sz="3116" spc="-43" dirty="0">
                <a:latin typeface="Arial"/>
                <a:cs typeface="Arial"/>
              </a:rPr>
              <a:t>nibh </a:t>
            </a:r>
            <a:r>
              <a:rPr sz="3116" spc="-21" dirty="0">
                <a:latin typeface="Arial"/>
                <a:cs typeface="Arial"/>
              </a:rPr>
              <a:t>euismod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tincidunt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laoreet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dolore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magna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aliquam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erat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volutpat.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wisi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enim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ad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minim </a:t>
            </a:r>
            <a:r>
              <a:rPr sz="3116" dirty="0">
                <a:latin typeface="Arial"/>
                <a:cs typeface="Arial"/>
              </a:rPr>
              <a:t>veniam,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quis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nostrud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exerci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tation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ullamcorper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suscipit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lobortis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nisl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ut</a:t>
            </a:r>
            <a:r>
              <a:rPr sz="3116" spc="-107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aliquip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dirty="0">
                <a:latin typeface="Arial"/>
                <a:cs typeface="Arial"/>
              </a:rPr>
              <a:t>ex</a:t>
            </a:r>
            <a:r>
              <a:rPr sz="3116" spc="-118" dirty="0">
                <a:latin typeface="Arial"/>
                <a:cs typeface="Arial"/>
              </a:rPr>
              <a:t> </a:t>
            </a:r>
            <a:r>
              <a:rPr sz="3116" spc="-75" dirty="0">
                <a:latin typeface="Arial"/>
                <a:cs typeface="Arial"/>
              </a:rPr>
              <a:t>ea </a:t>
            </a:r>
            <a:r>
              <a:rPr sz="3116" spc="-43" dirty="0">
                <a:latin typeface="Arial"/>
                <a:cs typeface="Arial"/>
              </a:rPr>
              <a:t>commodo</a:t>
            </a:r>
            <a:r>
              <a:rPr sz="3116" spc="-54" dirty="0">
                <a:latin typeface="Arial"/>
                <a:cs typeface="Arial"/>
              </a:rPr>
              <a:t> </a:t>
            </a:r>
            <a:r>
              <a:rPr sz="3116" spc="-21" dirty="0">
                <a:latin typeface="Arial"/>
                <a:cs typeface="Arial"/>
              </a:rPr>
              <a:t>consequat.</a:t>
            </a:r>
            <a:endParaRPr sz="3116" dirty="0">
              <a:latin typeface="Arial"/>
              <a:cs typeface="Arial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15241316" y="42325775"/>
            <a:ext cx="1923970" cy="428459"/>
            <a:chOff x="7091477" y="19696969"/>
            <a:chExt cx="895350" cy="199390"/>
          </a:xfrm>
        </p:grpSpPr>
        <p:pic>
          <p:nvPicPr>
            <p:cNvPr id="67" name="object 6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91477" y="19696969"/>
              <a:ext cx="198968" cy="198974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39564" y="19696969"/>
              <a:ext cx="198968" cy="198974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7646" y="19696969"/>
              <a:ext cx="198974" cy="198974"/>
            </a:xfrm>
            <a:prstGeom prst="rect">
              <a:avLst/>
            </a:prstGeom>
          </p:spPr>
        </p:pic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xmlns="" id="{57AED8C1-DBCE-D7E4-2EF7-F1DAC42858A8}"/>
              </a:ext>
            </a:extLst>
          </p:cNvPr>
          <p:cNvGrpSpPr/>
          <p:nvPr/>
        </p:nvGrpSpPr>
        <p:grpSpPr>
          <a:xfrm>
            <a:off x="13716507" y="11884036"/>
            <a:ext cx="17075578" cy="622222"/>
            <a:chOff x="13716507" y="11884036"/>
            <a:chExt cx="17075578" cy="622222"/>
          </a:xfrm>
        </p:grpSpPr>
        <p:sp>
          <p:nvSpPr>
            <p:cNvPr id="26" name="object 26"/>
            <p:cNvSpPr/>
            <p:nvPr/>
          </p:nvSpPr>
          <p:spPr>
            <a:xfrm>
              <a:off x="13716507" y="11884036"/>
              <a:ext cx="17075578" cy="0"/>
            </a:xfrm>
            <a:custGeom>
              <a:avLst/>
              <a:gdLst/>
              <a:ahLst/>
              <a:cxnLst/>
              <a:rect l="l" t="t" r="r" b="b"/>
              <a:pathLst>
                <a:path w="7946390">
                  <a:moveTo>
                    <a:pt x="0" y="0"/>
                  </a:moveTo>
                  <a:lnTo>
                    <a:pt x="7945775" y="0"/>
                  </a:lnTo>
                </a:path>
              </a:pathLst>
            </a:custGeom>
            <a:ln w="19050">
              <a:solidFill>
                <a:srgbClr val="8913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3716509" y="11884038"/>
              <a:ext cx="3551840" cy="622220"/>
            </a:xfrm>
            <a:custGeom>
              <a:avLst/>
              <a:gdLst/>
              <a:ahLst/>
              <a:cxnLst/>
              <a:rect l="l" t="t" r="r" b="b"/>
              <a:pathLst>
                <a:path w="1652904" h="289560">
                  <a:moveTo>
                    <a:pt x="1652574" y="0"/>
                  </a:moveTo>
                  <a:lnTo>
                    <a:pt x="0" y="0"/>
                  </a:lnTo>
                  <a:lnTo>
                    <a:pt x="0" y="289022"/>
                  </a:lnTo>
                  <a:lnTo>
                    <a:pt x="1652574" y="289022"/>
                  </a:lnTo>
                  <a:lnTo>
                    <a:pt x="1652574" y="0"/>
                  </a:lnTo>
                  <a:close/>
                </a:path>
              </a:pathLst>
            </a:custGeom>
            <a:solidFill>
              <a:srgbClr val="8913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36">
              <a:extLst>
                <a:ext uri="{FF2B5EF4-FFF2-40B4-BE49-F238E27FC236}">
                  <a16:creationId xmlns:a16="http://schemas.microsoft.com/office/drawing/2014/main" xmlns="" id="{1E2FE87E-852C-EAB9-91DF-0DE843D62235}"/>
                </a:ext>
              </a:extLst>
            </p:cNvPr>
            <p:cNvSpPr txBox="1"/>
            <p:nvPr/>
          </p:nvSpPr>
          <p:spPr>
            <a:xfrm>
              <a:off x="14282207" y="11913185"/>
              <a:ext cx="2882632" cy="580108"/>
            </a:xfrm>
            <a:prstGeom prst="rect">
              <a:avLst/>
            </a:prstGeom>
          </p:spPr>
          <p:txBody>
            <a:bodyPr vert="horz" wrap="square" lIns="0" tIns="34113" rIns="0" bIns="0" rtlCol="0">
              <a:spAutoFit/>
            </a:bodyPr>
            <a:lstStyle/>
            <a:p>
              <a:pPr marL="27290">
                <a:spcBef>
                  <a:spcPts val="269"/>
                </a:spcBef>
              </a:pPr>
              <a:r>
                <a:rPr lang="es-CO" sz="3546" b="1" spc="-21" dirty="0">
                  <a:solidFill>
                    <a:srgbClr val="FAF5EB"/>
                  </a:solidFill>
                  <a:latin typeface="Arial"/>
                  <a:cs typeface="Arial"/>
                </a:rPr>
                <a:t>Metodología</a:t>
              </a:r>
              <a:endParaRPr sz="3546" dirty="0">
                <a:latin typeface="Arial"/>
                <a:cs typeface="Arial"/>
              </a:endParaRPr>
            </a:p>
          </p:txBody>
        </p:sp>
      </p:grpSp>
      <p:grpSp>
        <p:nvGrpSpPr>
          <p:cNvPr id="75" name="Grupo 74">
            <a:extLst>
              <a:ext uri="{FF2B5EF4-FFF2-40B4-BE49-F238E27FC236}">
                <a16:creationId xmlns:a16="http://schemas.microsoft.com/office/drawing/2014/main" xmlns="" id="{E714637C-6F22-3775-1569-D0373A48859D}"/>
              </a:ext>
            </a:extLst>
          </p:cNvPr>
          <p:cNvGrpSpPr/>
          <p:nvPr/>
        </p:nvGrpSpPr>
        <p:grpSpPr>
          <a:xfrm>
            <a:off x="2816" y="11884036"/>
            <a:ext cx="13735238" cy="622222"/>
            <a:chOff x="2816" y="11884036"/>
            <a:chExt cx="13735238" cy="622222"/>
          </a:xfrm>
        </p:grpSpPr>
        <p:sp>
          <p:nvSpPr>
            <p:cNvPr id="24" name="object 24"/>
            <p:cNvSpPr/>
            <p:nvPr/>
          </p:nvSpPr>
          <p:spPr>
            <a:xfrm>
              <a:off x="2816" y="11884036"/>
              <a:ext cx="13735238" cy="0"/>
            </a:xfrm>
            <a:custGeom>
              <a:avLst/>
              <a:gdLst/>
              <a:ahLst/>
              <a:cxnLst/>
              <a:rect l="l" t="t" r="r" b="b"/>
              <a:pathLst>
                <a:path w="6391910">
                  <a:moveTo>
                    <a:pt x="0" y="0"/>
                  </a:moveTo>
                  <a:lnTo>
                    <a:pt x="6391754" y="0"/>
                  </a:lnTo>
                </a:path>
              </a:pathLst>
            </a:custGeom>
            <a:ln w="19050">
              <a:solidFill>
                <a:srgbClr val="8913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816" y="11884038"/>
              <a:ext cx="4541116" cy="622220"/>
            </a:xfrm>
            <a:custGeom>
              <a:avLst/>
              <a:gdLst/>
              <a:ahLst/>
              <a:cxnLst/>
              <a:rect l="l" t="t" r="r" b="b"/>
              <a:pathLst>
                <a:path w="2113280" h="289560">
                  <a:moveTo>
                    <a:pt x="2113277" y="0"/>
                  </a:moveTo>
                  <a:lnTo>
                    <a:pt x="0" y="0"/>
                  </a:lnTo>
                  <a:lnTo>
                    <a:pt x="0" y="289022"/>
                  </a:lnTo>
                  <a:lnTo>
                    <a:pt x="2113277" y="289022"/>
                  </a:lnTo>
                  <a:lnTo>
                    <a:pt x="2113277" y="0"/>
                  </a:lnTo>
                  <a:close/>
                </a:path>
              </a:pathLst>
            </a:custGeom>
            <a:solidFill>
              <a:srgbClr val="8913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50">
              <a:extLst>
                <a:ext uri="{FF2B5EF4-FFF2-40B4-BE49-F238E27FC236}">
                  <a16:creationId xmlns:a16="http://schemas.microsoft.com/office/drawing/2014/main" xmlns="" id="{072933CA-2BDB-1C32-1005-471D56261DCB}"/>
                </a:ext>
              </a:extLst>
            </p:cNvPr>
            <p:cNvSpPr txBox="1"/>
            <p:nvPr/>
          </p:nvSpPr>
          <p:spPr>
            <a:xfrm>
              <a:off x="1574045" y="11919918"/>
              <a:ext cx="2866183" cy="580108"/>
            </a:xfrm>
            <a:prstGeom prst="rect">
              <a:avLst/>
            </a:prstGeom>
          </p:spPr>
          <p:txBody>
            <a:bodyPr vert="horz" wrap="square" lIns="0" tIns="34113" rIns="0" bIns="0" rtlCol="0">
              <a:spAutoFit/>
            </a:bodyPr>
            <a:lstStyle/>
            <a:p>
              <a:pPr marL="27290">
                <a:spcBef>
                  <a:spcPts val="269"/>
                </a:spcBef>
              </a:pPr>
              <a:r>
                <a:rPr lang="es-CO" sz="3546" b="1" spc="-21" dirty="0">
                  <a:solidFill>
                    <a:srgbClr val="FAF5EB"/>
                  </a:solidFill>
                  <a:latin typeface="Arial"/>
                  <a:cs typeface="Arial"/>
                </a:rPr>
                <a:t>Introducción</a:t>
              </a:r>
              <a:endParaRPr sz="3546" dirty="0">
                <a:latin typeface="Arial"/>
                <a:cs typeface="Arial"/>
              </a:endParaRPr>
            </a:p>
          </p:txBody>
        </p:sp>
      </p:grpSp>
      <p:sp>
        <p:nvSpPr>
          <p:cNvPr id="79" name="CuadroTexto 78">
            <a:extLst>
              <a:ext uri="{FF2B5EF4-FFF2-40B4-BE49-F238E27FC236}">
                <a16:creationId xmlns:a16="http://schemas.microsoft.com/office/drawing/2014/main" xmlns="" id="{40283B2C-5CC2-1237-35BA-78D77F72ED7A}"/>
              </a:ext>
            </a:extLst>
          </p:cNvPr>
          <p:cNvSpPr txBox="1"/>
          <p:nvPr/>
        </p:nvSpPr>
        <p:spPr>
          <a:xfrm>
            <a:off x="8101361" y="21415246"/>
            <a:ext cx="16202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308">
              <a:spcBef>
                <a:spcPts val="2707"/>
              </a:spcBef>
            </a:pPr>
            <a:r>
              <a:rPr lang="es-CO" sz="1800" b="1" spc="-21" dirty="0">
                <a:solidFill>
                  <a:srgbClr val="FAF5EB"/>
                </a:solidFill>
                <a:latin typeface="Arial"/>
                <a:cs typeface="Arial"/>
              </a:rPr>
              <a:t>Referencias</a:t>
            </a:r>
            <a:endParaRPr lang="es-CO" sz="1800" dirty="0">
              <a:latin typeface="Arial"/>
              <a:cs typeface="Arial"/>
            </a:endParaRPr>
          </a:p>
        </p:txBody>
      </p:sp>
      <p:grpSp>
        <p:nvGrpSpPr>
          <p:cNvPr id="82" name="Grupo 81">
            <a:extLst>
              <a:ext uri="{FF2B5EF4-FFF2-40B4-BE49-F238E27FC236}">
                <a16:creationId xmlns:a16="http://schemas.microsoft.com/office/drawing/2014/main" xmlns="" id="{1012F24F-F453-256C-076B-D65AAE14C2A9}"/>
              </a:ext>
            </a:extLst>
          </p:cNvPr>
          <p:cNvGrpSpPr/>
          <p:nvPr/>
        </p:nvGrpSpPr>
        <p:grpSpPr>
          <a:xfrm>
            <a:off x="2816" y="39822661"/>
            <a:ext cx="30788983" cy="622220"/>
            <a:chOff x="2816" y="39822661"/>
            <a:chExt cx="30788983" cy="622220"/>
          </a:xfrm>
        </p:grpSpPr>
        <p:sp>
          <p:nvSpPr>
            <p:cNvPr id="42" name="object 42"/>
            <p:cNvSpPr/>
            <p:nvPr/>
          </p:nvSpPr>
          <p:spPr>
            <a:xfrm>
              <a:off x="2816" y="39822665"/>
              <a:ext cx="30788983" cy="0"/>
            </a:xfrm>
            <a:custGeom>
              <a:avLst/>
              <a:gdLst/>
              <a:ahLst/>
              <a:cxnLst/>
              <a:rect l="l" t="t" r="r" b="b"/>
              <a:pathLst>
                <a:path w="14328140">
                  <a:moveTo>
                    <a:pt x="0" y="0"/>
                  </a:moveTo>
                  <a:lnTo>
                    <a:pt x="14327654" y="0"/>
                  </a:lnTo>
                </a:path>
              </a:pathLst>
            </a:custGeom>
            <a:ln w="19050">
              <a:solidFill>
                <a:srgbClr val="8913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816" y="39822661"/>
              <a:ext cx="4437412" cy="622220"/>
            </a:xfrm>
            <a:custGeom>
              <a:avLst/>
              <a:gdLst/>
              <a:ahLst/>
              <a:cxnLst/>
              <a:rect l="l" t="t" r="r" b="b"/>
              <a:pathLst>
                <a:path w="2065020" h="289559">
                  <a:moveTo>
                    <a:pt x="2064979" y="0"/>
                  </a:moveTo>
                  <a:lnTo>
                    <a:pt x="0" y="0"/>
                  </a:lnTo>
                  <a:lnTo>
                    <a:pt x="0" y="289022"/>
                  </a:lnTo>
                  <a:lnTo>
                    <a:pt x="2064979" y="289022"/>
                  </a:lnTo>
                  <a:lnTo>
                    <a:pt x="2064979" y="0"/>
                  </a:lnTo>
                  <a:close/>
                </a:path>
              </a:pathLst>
            </a:custGeom>
            <a:solidFill>
              <a:srgbClr val="8913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40">
              <a:extLst>
                <a:ext uri="{FF2B5EF4-FFF2-40B4-BE49-F238E27FC236}">
                  <a16:creationId xmlns:a16="http://schemas.microsoft.com/office/drawing/2014/main" xmlns="" id="{9B6AFEE8-181E-DEB1-93CF-D9C39AB44CF7}"/>
                </a:ext>
              </a:extLst>
            </p:cNvPr>
            <p:cNvSpPr txBox="1"/>
            <p:nvPr/>
          </p:nvSpPr>
          <p:spPr>
            <a:xfrm>
              <a:off x="1574045" y="39838843"/>
              <a:ext cx="3815192" cy="580108"/>
            </a:xfrm>
            <a:prstGeom prst="rect">
              <a:avLst/>
            </a:prstGeom>
          </p:spPr>
          <p:txBody>
            <a:bodyPr vert="horz" wrap="square" lIns="0" tIns="34113" rIns="0" bIns="0" rtlCol="0">
              <a:spAutoFit/>
            </a:bodyPr>
            <a:lstStyle/>
            <a:p>
              <a:pPr marL="57308">
                <a:spcBef>
                  <a:spcPts val="2707"/>
                </a:spcBef>
              </a:pPr>
              <a:r>
                <a:rPr lang="es-CO" sz="3546" b="1" spc="-21" dirty="0">
                  <a:solidFill>
                    <a:srgbClr val="FAF5EB"/>
                  </a:solidFill>
                  <a:latin typeface="Arial"/>
                  <a:cs typeface="Arial"/>
                </a:rPr>
                <a:t>Referencias</a:t>
              </a:r>
              <a:endParaRPr lang="es-CO" sz="3546" dirty="0">
                <a:latin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1282</Words>
  <Application>Microsoft Office PowerPoint</Application>
  <PresentationFormat>Personalizado</PresentationFormat>
  <Paragraphs>33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Título corto se pueden combinar estilos de la tipografía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1</dc:title>
  <cp:lastModifiedBy>Fabiana Tenorio Diaz</cp:lastModifiedBy>
  <cp:revision>3</cp:revision>
  <dcterms:created xsi:type="dcterms:W3CDTF">2025-04-23T20:22:30Z</dcterms:created>
  <dcterms:modified xsi:type="dcterms:W3CDTF">2025-04-25T21:00:22Z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2025-04-23T00:00:00Z</vt:filetime>
  </property>
  <property fmtid="{D5CDD505-2E9C-101B-9397-08002B2CF9AE}" pid="3" name="Creator">
    <vt:lpwstr>Adobe Illustrator 29.4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2025-04-23T00:00:00Z</vt:filetime>
  </property>
  <property fmtid="{D5CDD505-2E9C-101B-9397-08002B2CF9AE}" pid="6" name="Producer">
    <vt:lpwstr>Adobe PDF library 17.00</vt:lpwstr>
  </property>
</Properties>
</file>